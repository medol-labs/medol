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3d97c7aeb464028" /><Relationship Type="http://schemas.openxmlformats.org/officeDocument/2006/relationships/extended-properties" Target="/docProps/app.xml" Id="R87e857a54b4e4547" /><Relationship Type="http://schemas.openxmlformats.org/officeDocument/2006/relationships/officeDocument" Target="/ppt/presentation.xml" Id="R3d3ac8b21ee1415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1c785c4201f47c5"/>
  </p:sldMasterIdLst>
  <p:notesMasterIdLst>
    <p:notesMasterId xmlns:r="http://schemas.openxmlformats.org/officeDocument/2006/relationships" r:id="Rd949e41ec84c42aa"/>
  </p:notesMasterIdLst>
  <p:sldIdLst>
    <p:sldId xmlns:r="http://schemas.openxmlformats.org/officeDocument/2006/relationships" id="256" r:id="R4a7785da3be94954"/>
  </p:sldIdLst>
  <p:sldSz cx="12190095" cy="685927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c641f7ba54d425c" /><Relationship Type="http://schemas.openxmlformats.org/officeDocument/2006/relationships/slideMaster" Target="/ppt/slideMasters/slideMaster1.xml" Id="Rd1c785c4201f47c5" /><Relationship Type="http://schemas.openxmlformats.org/officeDocument/2006/relationships/notesMaster" Target="/ppt/notesMasters/notesMaster1.xml" Id="Rd949e41ec84c42aa" /><Relationship Type="http://schemas.openxmlformats.org/officeDocument/2006/relationships/presProps" Target="/ppt/presProps.xml" Id="R7952fffc556447e5" /><Relationship Type="http://schemas.openxmlformats.org/officeDocument/2006/relationships/viewProps" Target="/ppt/viewProps.xml" Id="Rd8aa3b5dcdf54a7e" /><Relationship Type="http://schemas.openxmlformats.org/officeDocument/2006/relationships/tableStyles" Target="/ppt/tableStyles.xml" Id="R60de89eda7cf48ca" /><Relationship Type="http://schemas.openxmlformats.org/officeDocument/2006/relationships/slide" Target="/ppt/slides/slide1.xml" Id="R4a7785da3be9495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d288b1d68064be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1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4304b8bb7904708" /><Relationship Type="http://schemas.openxmlformats.org/officeDocument/2006/relationships/notesMaster" Target="/ppt/notesMasters/notesMaster1.xml" Id="Rbd8315d4720345a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375c6cad744df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456c5a67c44c0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8103b970cf4b4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38576f9512499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a0a532076d4ad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63c2c6e73746d2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5d711e0c8d4a03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28d7ab9c1f46d1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1cb9a8eb24426a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a0878b6bfe48cd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f5baf4d3b14094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7ba78d08c54350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44d49e979741c5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0eec53aeca483e" /></Relationships>
</file>

<file path=ppt/slideLayouts/slideLayout1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6BB55E9-A278-4E9C-8582-02E0DA7AD734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914400" y="2130425"/>
            <a:ext cx="10361613" cy="14716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25D0A908-5F27-4FB9-9D5F-200DFE2C17B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887788"/>
            <a:ext cx="8532813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单击此处编辑母版副标题样式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0F7C489-521A-44B8-A814-A3367E02094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011341E7-E76B-41EC-A95A-C6EE806A48F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03D61B9B-6A79-4B3F-AD84-95A08AA84B2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61769587-9962-4739-9968-F37CB1E0287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C02529E4-0EF2-4945-8304-1E90328B5F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6D3B63B-D004-4785-8969-D3A827212E7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7CBD1D40-66AA-4CE5-B8C3-7357D0F9EDB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9123DD1B-AB00-4875-8ED6-A05CF0CA241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6083508E-6ECD-4A3D-B873-CA26143E0D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63613" y="4408488"/>
            <a:ext cx="10361612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7BCE4C78-369C-431D-A2B0-93F33B9D2CA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63613" y="2906713"/>
            <a:ext cx="10361612" cy="1501775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746CA2C5-2118-4A6D-9768-1025DC97389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10AAF9E5-ADF7-41D3-8B1C-B72D9D9F744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0C59DDA7-42D0-4E7C-A7E6-66D0F48E904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B224E28-33AB-4768-B9A7-F2658151BF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4C959480-7FD0-4028-B94F-85AF04D1D4D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09600" y="1600200"/>
            <a:ext cx="5408613" cy="452755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27913ECD-614E-4282-B65C-821825522D0A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0613" y="1600200"/>
            <a:ext cx="5410200" cy="452755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648DC821-D493-4A84-8C1F-82D7C282D21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810A61FC-EBE6-4018-AB9A-2E9F4C2A591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6A661BF3-8693-4DF4-8748-472443900DB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8F663D13-5510-4961-BDC4-6BFC49408C5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F0CF1055-845B-4B5B-A3D7-05452334371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1535113"/>
            <a:ext cx="53863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34E725B6-92D7-47DD-9259-B3397E78B7F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09600" y="2174875"/>
            <a:ext cx="5386388" cy="395287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96E5330E-0245-4F23-8C64-9C889F928AA1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92838" y="1535113"/>
            <a:ext cx="53879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4114604C-6D13-4C1B-9153-A016AEB92445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92838" y="2174875"/>
            <a:ext cx="5387975" cy="395287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D9FD66B4-47C1-49DA-82AC-B10F2BE645E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10C7A906-1BE0-452D-AFF8-5D28821F1A0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F2680A7C-7806-422A-A841-2D8F417424C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9ED90F7-96E5-4209-B355-B700A27F2A3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C02B3ECB-FE0F-41A0-821E-CBE3EF2F9BD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506180F2-799F-4EA6-A08C-CA8BB7ABB1F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C9448709-9FD1-47E4-9C56-504FEDF5670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0B055614-492B-4B38-B17E-9A17AA607F0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35B0F13D-6470-4C1C-A57E-513A92AF848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9D4B44F4-7CF5-472F-8A84-665FBEF3D72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3877DE5-D644-4ACA-A812-A28A00D3E5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273050"/>
            <a:ext cx="4010025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7A33C551-75A0-4AF0-A212-2150C39C374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765675" y="273050"/>
            <a:ext cx="6815138" cy="58547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B144FB73-D956-46D6-A073-2DBB0B621D7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09600" y="1435100"/>
            <a:ext cx="4010025" cy="469265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B01506D9-5934-4416-BF44-49B2DE46304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CA1D0298-B874-4288-8FBC-46AE81AE9CE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43A57C0C-DBA3-4C9A-B942-E764424FA67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9E2F125-5A03-45DB-B2D0-37291A9B56A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389188" y="4802188"/>
            <a:ext cx="7315200" cy="566737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AB6A1AF3-547E-4374-AA12-410E60E807E1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2389188" y="612775"/>
            <a:ext cx="7315200" cy="41163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F6540CCC-927D-4E48-869F-86E94DD2614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2389188" y="5368925"/>
            <a:ext cx="7315200" cy="8048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42691974-DFA6-4509-9159-F8E6F27915F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6EE8DCEC-E106-48E2-85C7-F7CE4DC551F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4989BBB8-7559-4CDC-893D-FA665EE3787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62E6D082-C197-4EA4-9F54-7A8AECF567F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7AC63D70-3DF5-4611-AC71-15A93D0EFAE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DDB97B27-DBD3-453B-B6C8-D685362BEFD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4D2F5915-68FE-4DE9-B45B-71AF0EE0461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03F42F35-DA04-44EC-A161-2AA8931B7D8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A2B85858-D54E-477C-B9A9-3DB566284F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839200" y="274638"/>
            <a:ext cx="2741613" cy="5853112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6FF65072-F81A-4B50-8819-5873745B044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274638"/>
            <a:ext cx="8077200" cy="5853112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189267A-21FD-4623-9701-2A296E6AAC3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48094F65-ECC0-4992-B7BC-CE198D98163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461F0B0-D05B-4DA2-9BAE-AE77BB97BDA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2.xml><?xml version="1.0" encoding="utf-8"?>
<p:sldLayout xmlns:p="http://schemas.openxmlformats.org/presentationml/2006/main" preserve="1" userDrawn="1">
  <p:cSld name="8_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9FA6BEF-6569-4E02-B8F9-1AB659C5576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091" y="6357824"/>
            <a:ext cx="2742843" cy="3652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121917" tIns="60958" rIns="121917" bIns="60958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74C8AFD-E5F3-46D0-BBDC-AEB507E226A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075" y="6357824"/>
            <a:ext cx="4114264" cy="3652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121917" tIns="60958" rIns="121917" bIns="60958"/>
          <a:lstStyle xmlns:a="http://schemas.openxmlformats.org/drawingml/2006/main"/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56FB5A69-6042-4473-B54D-426FC4783973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420635" y="1038467"/>
            <a:ext cx="11258672" cy="5116110"/>
          </a:xfrm>
        </p:spPr>
        <p:txBody>
          <a:bodyPr xmlns:a="http://schemas.openxmlformats.org/drawingml/2006/main" vert="horz" lIns="121917" tIns="60958" rIns="121917" bIns="60958">
            <a:normAutofit/>
          </a:bodyPr>
          <a:lstStyle xmlns:a="http://schemas.openxmlformats.org/drawingml/2006/main">
            <a:lvl1pPr>
              <a:buNone/>
              <a:defRPr sz="2000"/>
            </a:lvl1pPr>
            <a:lvl2pPr>
              <a:buNone/>
              <a:defRPr sz="1800"/>
            </a:lvl2pPr>
            <a:lvl3pPr>
              <a:buNone/>
              <a:defRPr sz="1600"/>
            </a:lvl3pPr>
            <a:lvl4pPr>
              <a:buNone/>
              <a:defRPr sz="1400"/>
            </a:lvl4pPr>
            <a:lvl5pPr>
              <a:buNone/>
              <a:defRPr sz="1400"/>
            </a:lvl5pPr>
          </a:lstStyle>
          <a:p xmlns:a="http://schemas.openxmlformats.org/drawingml/2006/main">
            <a:pPr marL="342900" lvl="0" indent="-342900" defTabSz="45720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</a:pPr>
            <a:r>
              <a:t>编辑母版文本样式</a:t>
            </a:r>
          </a:p>
          <a:p xmlns:a="http://schemas.openxmlformats.org/drawingml/2006/main">
            <a:pPr marL="635000" lvl="1" indent="-286385" defTabSz="45720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</a:pPr>
            <a:r>
              <a:t>第二级</a:t>
            </a:r>
          </a:p>
          <a:p xmlns:a="http://schemas.openxmlformats.org/drawingml/2006/main">
            <a:pPr lvl="2" defTabSz="45720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</a:pPr>
            <a:r>
              <a:t>第三级</a:t>
            </a:r>
          </a:p>
          <a:p xmlns:a="http://schemas.openxmlformats.org/drawingml/2006/main">
            <a:pPr lvl="3" defTabSz="45720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</a:pPr>
            <a:r>
              <a:t>第四级</a:t>
            </a:r>
          </a:p>
          <a:p xmlns:a="http://schemas.openxmlformats.org/drawingml/2006/main">
            <a:pPr lvl="4" defTabSz="45720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</a:pPr>
            <a:r>
              <a:t>第五级</a:t>
            </a:r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E762D30-5D4A-46E4-9951-C95198A3CE9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AFA5C465-0FAD-47C4-B215-DFB972BA86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</p:spTree>
  </p:cSld>
</p:sldLayout>
</file>

<file path=ppt/slideLayouts/slideLayout13.xml><?xml version="1.0" encoding="utf-8"?>
<p:sldLayout xmlns:p="http://schemas.openxmlformats.org/presentationml/2006/main" preserve="1" userDrawn="1">
  <p:cSld name="18_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61E6B9DC-7EB5-401C-B3CD-588B76F5868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091" y="6357824"/>
            <a:ext cx="2742843" cy="3652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121917" tIns="60958" rIns="121917" bIns="60958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619973EC-C28A-46B6-9992-6CA869320AC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075" y="6357824"/>
            <a:ext cx="4114264" cy="3652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121917" tIns="60958" rIns="121917" bIns="60958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209603A-56C3-43E9-995C-AB1C7F5AADB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472467" y="6482701"/>
            <a:ext cx="665249" cy="36521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7F70781-3F5E-4085-AEF7-47E578FB79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87965" y="120030"/>
            <a:ext cx="9617797" cy="619691"/>
          </a:xfrm>
        </p:spPr>
        <p:txBody>
          <a:bodyPr xmlns:a="http://schemas.openxmlformats.org/drawingml/2006/main"/>
          <a:lstStyle xmlns:a="http://schemas.openxmlformats.org/drawingml/2006/main">
            <a:lvl1pPr>
              <a:lnSpc>
                <a:spcPct val="100000"/>
              </a:lnSpc>
              <a:buNone/>
              <a:defRPr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</p:spTree>
  </p:cSld>
</p:sldLayout>
</file>

<file path=ppt/slideLayouts/slideLayout14.xml><?xml version="1.0" encoding="utf-8"?>
<p:sldLayout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3c90374479f64836" /><Relationship Type="http://schemas.openxmlformats.org/officeDocument/2006/relationships/theme" Target="/ppt/slideMasters/theme/theme2.xml" Id="Rb7d90c0d43124f2c" /><Relationship Type="http://schemas.openxmlformats.org/officeDocument/2006/relationships/slideLayout" Target="/ppt/slideLayouts/slideLayout1.xml" Id="R2eeb0df819ef4494" /><Relationship Type="http://schemas.openxmlformats.org/officeDocument/2006/relationships/slideLayout" Target="/ppt/slideLayouts/slideLayout2.xml" Id="Rf33e37304d394fa0" /><Relationship Type="http://schemas.openxmlformats.org/officeDocument/2006/relationships/slideLayout" Target="/ppt/slideLayouts/slideLayout3.xml" Id="Rada91582356849b8" /><Relationship Type="http://schemas.openxmlformats.org/officeDocument/2006/relationships/slideLayout" Target="/ppt/slideLayouts/slideLayout4.xml" Id="R33af8f85acff4c83" /><Relationship Type="http://schemas.openxmlformats.org/officeDocument/2006/relationships/slideLayout" Target="/ppt/slideLayouts/slideLayout5.xml" Id="R8fa3e2086c9a4b5d" /><Relationship Type="http://schemas.openxmlformats.org/officeDocument/2006/relationships/slideLayout" Target="/ppt/slideLayouts/slideLayout6.xml" Id="R6fc0072c227640ac" /><Relationship Type="http://schemas.openxmlformats.org/officeDocument/2006/relationships/slideLayout" Target="/ppt/slideLayouts/slideLayout7.xml" Id="R9f40e881b6104e0d" /><Relationship Type="http://schemas.openxmlformats.org/officeDocument/2006/relationships/slideLayout" Target="/ppt/slideLayouts/slideLayout8.xml" Id="R88718967f9ec401e" /><Relationship Type="http://schemas.openxmlformats.org/officeDocument/2006/relationships/slideLayout" Target="/ppt/slideLayouts/slideLayout9.xml" Id="R9dfee83a0e804831" /><Relationship Type="http://schemas.openxmlformats.org/officeDocument/2006/relationships/slideLayout" Target="/ppt/slideLayouts/slideLayout10.xml" Id="R1c29408f54ac41eb" /><Relationship Type="http://schemas.openxmlformats.org/officeDocument/2006/relationships/slideLayout" Target="/ppt/slideLayouts/slideLayout11.xml" Id="R0b1347cf6b8d4658" /><Relationship Type="http://schemas.openxmlformats.org/officeDocument/2006/relationships/slideLayout" Target="/ppt/slideLayouts/slideLayout12.xml" Id="Rac7d5de6ac4a4239" /><Relationship Type="http://schemas.openxmlformats.org/officeDocument/2006/relationships/slideLayout" Target="/ppt/slideLayouts/slideLayout13.xml" Id="R3c9388cf87f94c53" /><Relationship Type="http://schemas.openxmlformats.org/officeDocument/2006/relationships/slideLayout" Target="/ppt/slideLayouts/slideLayout14.xml" Id="R1908df559c5b4ca1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图片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90374479f6483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926"/>
            <a:ext cx="12190413" cy="6855736"/>
          </a:xfrm>
          <a:prstGeom xmlns:a="http://schemas.openxmlformats.org/drawingml/2006/main" prst="rect">
            <a:avLst/>
          </a:prstGeom>
        </p:spPr>
      </p:pic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537A7946-41A7-44BF-BF7D-C245EEF1E31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274638"/>
            <a:ext cx="10971213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DC460EC4-4814-49FE-AF18-5F9D2C63112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1600200"/>
            <a:ext cx="10971213" cy="4527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FB041D0E-6753-4C17-9798-775087527C41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09600" y="6357938"/>
            <a:ext cx="284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47AE8FC3-5F68-427B-86B8-29BB8CB8C477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165600" y="6357938"/>
            <a:ext cx="385921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9140013D-7D1B-4CB8-906C-594F6DE6AB6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770839" y="6526138"/>
            <a:ext cx="517055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rgbClr val="000E4C"/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eeb0df819ef4494"/>
    <p:sldLayoutId xmlns:r="http://schemas.openxmlformats.org/officeDocument/2006/relationships" id="2147483650" r:id="Rf33e37304d394fa0"/>
    <p:sldLayoutId xmlns:r="http://schemas.openxmlformats.org/officeDocument/2006/relationships" id="2147483651" r:id="Rada91582356849b8"/>
    <p:sldLayoutId xmlns:r="http://schemas.openxmlformats.org/officeDocument/2006/relationships" id="2147483652" r:id="R33af8f85acff4c83"/>
    <p:sldLayoutId xmlns:r="http://schemas.openxmlformats.org/officeDocument/2006/relationships" id="2147483653" r:id="R8fa3e2086c9a4b5d"/>
    <p:sldLayoutId xmlns:r="http://schemas.openxmlformats.org/officeDocument/2006/relationships" id="2147483654" r:id="R6fc0072c227640ac"/>
    <p:sldLayoutId xmlns:r="http://schemas.openxmlformats.org/officeDocument/2006/relationships" id="2147483655" r:id="R9f40e881b6104e0d"/>
    <p:sldLayoutId xmlns:r="http://schemas.openxmlformats.org/officeDocument/2006/relationships" id="2147483656" r:id="R88718967f9ec401e"/>
    <p:sldLayoutId xmlns:r="http://schemas.openxmlformats.org/officeDocument/2006/relationships" id="2147483657" r:id="R9dfee83a0e804831"/>
    <p:sldLayoutId xmlns:r="http://schemas.openxmlformats.org/officeDocument/2006/relationships" id="2147483658" r:id="R1c29408f54ac41eb"/>
    <p:sldLayoutId xmlns:r="http://schemas.openxmlformats.org/officeDocument/2006/relationships" id="2147483659" r:id="R0b1347cf6b8d4658"/>
    <p:sldLayoutId xmlns:r="http://schemas.openxmlformats.org/officeDocument/2006/relationships" id="2147483660" r:id="Rac7d5de6ac4a4239"/>
    <p:sldLayoutId xmlns:r="http://schemas.openxmlformats.org/officeDocument/2006/relationships" id="2147483661" r:id="R3c9388cf87f94c53"/>
    <p:sldLayoutId xmlns:r="http://schemas.openxmlformats.org/officeDocument/2006/relationships" id="2147483662" r:id="R1908df559c5b4ca1"/>
  </p:sldLayoutIdLst>
  <p:hf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1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15e15d83814bde" /><Relationship Type="http://schemas.openxmlformats.org/officeDocument/2006/relationships/notesSlide" Target="/ppt/notesSlides/notesSlide1.xml" Id="R90fff0e864bc494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E74C7063-8764-47D2-AC70-9C83DB338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270" y="735139"/>
            <a:ext cx="8761631" cy="5142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F172A"/>
                </a:solidFill>
              </a:defRPr>
            </a:pPr>
            <a:endParaRPr sz="2400" b="1">
              <a:solidFill>
                <a:srgbClr val="0F172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page-7">
            <a:extLst xmlns:a="http://schemas.openxmlformats.org/drawingml/2006/main">
              <a:ext uri="{FF2B5EF4-FFF2-40B4-BE49-F238E27FC236}">
                <a16:creationId xmlns:a16="http://schemas.microsoft.com/office/drawing/2014/main" id="{4C029B35-081D-4E70-9A23-A1DCCA149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7744" y="420205"/>
            <a:ext cx="495223" cy="2666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4748B"/>
                </a:solidFill>
              </a:defRPr>
            </a:pPr>
            <a:r>
              <a:rPr sz="24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07</a:t>
            </a:r>
            <a:endParaRPr sz="2400" b="0">
              <a:solidFill>
                <a:srgbClr val="64748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exec-summary">
            <a:extLst xmlns:a="http://schemas.openxmlformats.org/drawingml/2006/main">
              <a:ext uri="{FF2B5EF4-FFF2-40B4-BE49-F238E27FC236}">
                <a16:creationId xmlns:a16="http://schemas.microsoft.com/office/drawing/2014/main" id="{DAF0521A-6D66-4AF9-B171-E5D910507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270" y="1177653"/>
            <a:ext cx="9904452" cy="2285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面向多组织协同训练：数据治理、节点接入、任务编排、模型聚合与审计闭环</a:t>
            </a:r>
            <a:endParaRPr sz="1200" b="1">
              <a:solidFill>
                <a:srgbClr val="0F766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exec-top-band">
            <a:extLst xmlns:a="http://schemas.openxmlformats.org/drawingml/2006/main">
              <a:ext uri="{FF2B5EF4-FFF2-40B4-BE49-F238E27FC236}">
                <a16:creationId xmlns:a16="http://schemas.microsoft.com/office/drawing/2014/main" id="{88014A3F-B9F0-4050-9D98-C91FD6762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364" y="1467792"/>
            <a:ext cx="11085368" cy="1066633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4">
            <a:srgbClr val="FFFFFF"/>
          </a:effectRef>
          <a:fontRef xmlns:a="http://schemas.openxmlformats.org/drawingml/2006/main" idx="major"/>
        </p:style>
      </p:sp>
      <p:sp>
        <p:nvSpPr>
          <p:cNvPr id="6" name="rule">
            <a:extLst xmlns:a="http://schemas.openxmlformats.org/drawingml/2006/main">
              <a:ext uri="{FF2B5EF4-FFF2-40B4-BE49-F238E27FC236}">
                <a16:creationId xmlns:a16="http://schemas.microsoft.com/office/drawing/2014/main" id="{00A11DDC-60D8-4E7B-BE75-E8447E67C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364" y="1467792"/>
            <a:ext cx="11085368" cy="666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exec-top-title">
            <a:extLst xmlns:a="http://schemas.openxmlformats.org/drawingml/2006/main">
              <a:ext uri="{FF2B5EF4-FFF2-40B4-BE49-F238E27FC236}">
                <a16:creationId xmlns:a16="http://schemas.microsoft.com/office/drawing/2014/main" id="{0A55A5E3-7951-429C-8D2C-C96ED7DA3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975" y="1753497"/>
            <a:ext cx="1714232" cy="2666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  <a:latin typeface="微软雅黑"/>
                <a:ea typeface="微软雅黑"/>
                <a:cs typeface="微软雅黑"/>
              </a:rPr>
              <a:t>业务入口</a:t>
            </a:r>
            <a:endParaRPr sz="1800" b="1">
              <a:solidFill>
                <a:srgbClr val="2563E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exec-top-sub">
            <a:extLst xmlns:a="http://schemas.openxmlformats.org/drawingml/2006/main">
              <a:ext uri="{FF2B5EF4-FFF2-40B4-BE49-F238E27FC236}">
                <a16:creationId xmlns:a16="http://schemas.microsoft.com/office/drawing/2014/main" id="{62847C57-EB60-4124-A2CA-965ED38A7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975" y="2039202"/>
            <a:ext cx="1999937" cy="2285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475569"/>
                </a:solidFill>
              </a:defRPr>
            </a:pPr>
            <a:r>
              <a:rPr sz="82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统一 Console、开放 API、服务间 Token、运营看板</a:t>
            </a:r>
            <a:endParaRPr sz="900" b="0">
              <a:solidFill>
                <a:srgbClr val="64748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exec-external-1">
            <a:extLst xmlns:a="http://schemas.openxmlformats.org/drawingml/2006/main">
              <a:ext uri="{FF2B5EF4-FFF2-40B4-BE49-F238E27FC236}">
                <a16:creationId xmlns:a16="http://schemas.microsoft.com/office/drawing/2014/main" id="{E3F36F07-A7BC-4057-B418-46962B78C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9726" y="1791591"/>
            <a:ext cx="1161868" cy="419035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65" b="1">
                <a:solidFill>
                  <a:srgbClr val="2563EB"/>
                </a:solidFill>
              </a:defRPr>
            </a:pPr>
            <a:r>
              <a:rPr sz="970" b="1">
                <a:solidFill>
                  <a:srgbClr val="2563EB"/>
                </a:solidFill>
                <a:latin typeface="微软雅黑"/>
                <a:ea typeface="微软雅黑"/>
                <a:cs typeface="微软雅黑"/>
              </a:rPr>
              <a:t>组织入驻</a:t>
            </a:r>
            <a:endParaRPr sz="970" b="1">
              <a:solidFill>
                <a:srgbClr val="2563E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exec-external-2">
            <a:extLst xmlns:a="http://schemas.openxmlformats.org/drawingml/2006/main">
              <a:ext uri="{FF2B5EF4-FFF2-40B4-BE49-F238E27FC236}">
                <a16:creationId xmlns:a16="http://schemas.microsoft.com/office/drawing/2014/main" id="{0143C8DC-24B7-4265-A1A7-0B97394B1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4478" y="1791591"/>
            <a:ext cx="1161868" cy="419035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65" b="1">
                <a:solidFill>
                  <a:srgbClr val="16A34A"/>
                </a:solidFill>
              </a:defRPr>
            </a:pPr>
            <a:r>
              <a:rPr sz="970" b="1">
                <a:solidFill>
                  <a:srgbClr val="16A34A"/>
                </a:solidFill>
                <a:latin typeface="微软雅黑"/>
                <a:ea typeface="微软雅黑"/>
                <a:cs typeface="微软雅黑"/>
              </a:rPr>
              <a:t>节点接入</a:t>
            </a:r>
            <a:endParaRPr sz="970" b="1">
              <a:solidFill>
                <a:srgbClr val="16A3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exec-external-3">
            <a:extLst xmlns:a="http://schemas.openxmlformats.org/drawingml/2006/main">
              <a:ext uri="{FF2B5EF4-FFF2-40B4-BE49-F238E27FC236}">
                <a16:creationId xmlns:a16="http://schemas.microsoft.com/office/drawing/2014/main" id="{02E70506-212B-4E3E-B444-5C210EBB0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4010" y="1791591"/>
            <a:ext cx="1161868" cy="419035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65" b="1">
                <a:solidFill>
                  <a:srgbClr val="0F766E"/>
                </a:solidFill>
              </a:defRPr>
            </a:pPr>
            <a:r>
              <a:rPr sz="97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数据治理</a:t>
            </a:r>
            <a:endParaRPr sz="970" b="1">
              <a:solidFill>
                <a:srgbClr val="0F766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exec-external-4">
            <a:extLst xmlns:a="http://schemas.openxmlformats.org/drawingml/2006/main">
              <a:ext uri="{FF2B5EF4-FFF2-40B4-BE49-F238E27FC236}">
                <a16:creationId xmlns:a16="http://schemas.microsoft.com/office/drawing/2014/main" id="{962AE2A7-E6C5-4891-BE89-55CAB65E9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076" y="1791591"/>
            <a:ext cx="1161868" cy="419035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65" b="1">
                <a:solidFill>
                  <a:srgbClr val="D97706"/>
                </a:solidFill>
              </a:defRPr>
            </a:pPr>
            <a:r>
              <a:rPr sz="970" b="1">
                <a:solidFill>
                  <a:srgbClr val="D97706"/>
                </a:solidFill>
                <a:latin typeface="微软雅黑"/>
                <a:ea typeface="微软雅黑"/>
                <a:cs typeface="微软雅黑"/>
              </a:rPr>
              <a:t>训练任务</a:t>
            </a:r>
            <a:endParaRPr sz="970" b="1">
              <a:solidFill>
                <a:srgbClr val="D9770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exec-external-5">
            <a:extLst xmlns:a="http://schemas.openxmlformats.org/drawingml/2006/main">
              <a:ext uri="{FF2B5EF4-FFF2-40B4-BE49-F238E27FC236}">
                <a16:creationId xmlns:a16="http://schemas.microsoft.com/office/drawing/2014/main" id="{209C44E9-7EBE-4CAC-885C-8AE9F4A4E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4633" y="1791591"/>
            <a:ext cx="1161868" cy="419035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1D48"/>
            </a:solidFill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65" b="1">
                <a:solidFill>
                  <a:srgbClr val="E11D48"/>
                </a:solidFill>
              </a:defRPr>
            </a:pPr>
            <a:r>
              <a:rPr sz="970" b="1">
                <a:solidFill>
                  <a:srgbClr val="E11D48"/>
                </a:solidFill>
                <a:latin typeface="微软雅黑"/>
                <a:ea typeface="微软雅黑"/>
                <a:cs typeface="微软雅黑"/>
              </a:rPr>
              <a:t>模型资产</a:t>
            </a:r>
            <a:endParaRPr sz="970" b="1">
              <a:solidFill>
                <a:srgbClr val="E11D4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exec-middle-band">
            <a:extLst xmlns:a="http://schemas.openxmlformats.org/drawingml/2006/main">
              <a:ext uri="{FF2B5EF4-FFF2-40B4-BE49-F238E27FC236}">
                <a16:creationId xmlns:a16="http://schemas.microsoft.com/office/drawing/2014/main" id="{4797D77B-0293-4E94-AED9-5DE631F5D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364" y="2839177"/>
            <a:ext cx="11085368" cy="2380878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6" name="exec-middle-title">
            <a:extLst xmlns:a="http://schemas.openxmlformats.org/drawingml/2006/main">
              <a:ext uri="{FF2B5EF4-FFF2-40B4-BE49-F238E27FC236}">
                <a16:creationId xmlns:a16="http://schemas.microsoft.com/office/drawing/2014/main" id="{A8FC2197-A8C5-4909-BBCA-D7A8E5CE4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975" y="3048695"/>
            <a:ext cx="1428527" cy="3237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F172A"/>
                </a:solidFill>
              </a:defRPr>
            </a:pPr>
            <a:r>
              <a:rPr sz="20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业务协同层</a:t>
            </a:r>
            <a:endParaRPr sz="2000" b="1">
              <a:solidFill>
                <a:srgbClr val="0F172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exec-middle-sub">
            <a:extLst xmlns:a="http://schemas.openxmlformats.org/drawingml/2006/main">
              <a:ext uri="{FF2B5EF4-FFF2-40B4-BE49-F238E27FC236}">
                <a16:creationId xmlns:a16="http://schemas.microsoft.com/office/drawing/2014/main" id="{CB95E55A-74C3-4D15-B34F-58F26EBCF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975" y="3391541"/>
            <a:ext cx="1999937" cy="3809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64748B"/>
                </a:solidFill>
              </a:defRPr>
            </a:pPr>
            <a:endParaRPr sz="1090" b="0">
              <a:solidFill>
                <a:srgbClr val="64748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exec-actor-frame">
            <a:extLst xmlns:a="http://schemas.openxmlformats.org/drawingml/2006/main">
              <a:ext uri="{FF2B5EF4-FFF2-40B4-BE49-F238E27FC236}">
                <a16:creationId xmlns:a16="http://schemas.microsoft.com/office/drawing/2014/main" id="{1120AE63-575B-429E-9B4A-28E160FAA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975" y="3467094"/>
            <a:ext cx="2095173" cy="1543444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0F766E"/>
            </a:solidFill>
            <a:prstDash val="solid"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4">
            <a:srgbClr val="FFFFFF"/>
          </a:effectRef>
          <a:fontRef xmlns:a="http://schemas.openxmlformats.org/drawingml/2006/main" idx="major"/>
        </p:style>
      </p:sp>
      <p:sp>
        <p:nvSpPr>
          <p:cNvPr id="19" name="exec-actor-title">
            <a:extLst xmlns:a="http://schemas.openxmlformats.org/drawingml/2006/main">
              <a:ext uri="{FF2B5EF4-FFF2-40B4-BE49-F238E27FC236}">
                <a16:creationId xmlns:a16="http://schemas.microsoft.com/office/drawing/2014/main" id="{65757B19-8605-42F9-A964-D5CF3BAC8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445" y="3573123"/>
            <a:ext cx="1142821" cy="2095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F766E"/>
                </a:solidFill>
              </a:defRPr>
            </a:pPr>
            <a:r>
              <a:rPr sz="140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参与角色</a:t>
            </a:r>
            <a:endParaRPr sz="1400" b="1">
              <a:solidFill>
                <a:srgbClr val="0F766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exec-actor-admin">
            <a:extLst xmlns:a="http://schemas.openxmlformats.org/drawingml/2006/main">
              <a:ext uri="{FF2B5EF4-FFF2-40B4-BE49-F238E27FC236}">
                <a16:creationId xmlns:a16="http://schemas.microsoft.com/office/drawing/2014/main" id="{E97408DC-4B9D-42C5-ADBF-A7DD6362D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826" y="3943905"/>
            <a:ext cx="780928" cy="247611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720" b="1">
                <a:solidFill>
                  <a:srgbClr val="2563EB"/>
                </a:solidFill>
              </a:defRPr>
            </a:pPr>
            <a:r>
              <a:rPr sz="700" b="1">
                <a:solidFill>
                  <a:srgbClr val="2563EB"/>
                </a:solidFill>
                <a:latin typeface="微软雅黑"/>
                <a:ea typeface="微软雅黑"/>
                <a:cs typeface="微软雅黑"/>
              </a:rPr>
              <a:t>平台管理员</a:t>
            </a:r>
            <a:endParaRPr sz="700" b="1">
              <a:solidFill>
                <a:srgbClr val="2563E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exec-actor-participant">
            <a:extLst xmlns:a="http://schemas.openxmlformats.org/drawingml/2006/main">
              <a:ext uri="{FF2B5EF4-FFF2-40B4-BE49-F238E27FC236}">
                <a16:creationId xmlns:a16="http://schemas.microsoft.com/office/drawing/2014/main" id="{A7DC7AAB-6A57-4037-B846-10ED744F8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9305" y="3943905"/>
            <a:ext cx="780928" cy="247611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720" b="1">
                <a:solidFill>
                  <a:srgbClr val="D97706"/>
                </a:solidFill>
              </a:defRPr>
            </a:pPr>
            <a:r>
              <a:rPr sz="700" b="1">
                <a:solidFill>
                  <a:srgbClr val="D97706"/>
                </a:solidFill>
                <a:latin typeface="微软雅黑"/>
                <a:ea typeface="微软雅黑"/>
                <a:cs typeface="微软雅黑"/>
              </a:rPr>
              <a:t>组织参与方</a:t>
            </a:r>
            <a:endParaRPr sz="700" b="1">
              <a:solidFill>
                <a:srgbClr val="D9770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exec-actor-biz-0">
            <a:extLst xmlns:a="http://schemas.openxmlformats.org/drawingml/2006/main">
              <a:ext uri="{FF2B5EF4-FFF2-40B4-BE49-F238E27FC236}">
                <a16:creationId xmlns:a16="http://schemas.microsoft.com/office/drawing/2014/main" id="{9AE0958F-F0EE-4908-AA8F-DF34E3DFA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288" y="4305798"/>
            <a:ext cx="895210" cy="247611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660" b="1">
                <a:solidFill>
                  <a:srgbClr val="0F766E"/>
                </a:solidFill>
              </a:defRPr>
            </a:pPr>
            <a:r>
              <a:rPr sz="60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联盟管理</a:t>
            </a:r>
            <a:endParaRPr sz="600" b="1">
              <a:solidFill>
                <a:srgbClr val="0F766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exec-actor-biz-1">
            <a:extLst xmlns:a="http://schemas.openxmlformats.org/drawingml/2006/main">
              <a:ext uri="{FF2B5EF4-FFF2-40B4-BE49-F238E27FC236}">
                <a16:creationId xmlns:a16="http://schemas.microsoft.com/office/drawing/2014/main" id="{E87E4A1A-150A-4DD9-80E3-76DD43DD8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3749" y="4305798"/>
            <a:ext cx="876798" cy="25713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660" b="1">
                <a:solidFill>
                  <a:srgbClr val="0F766E"/>
                </a:solidFill>
              </a:defRPr>
            </a:pPr>
            <a:r>
              <a:rPr sz="70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数据负责人</a:t>
            </a:r>
            <a:endParaRPr sz="700" b="1">
              <a:solidFill>
                <a:srgbClr val="0F766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exec-actor-biz-2">
            <a:extLst xmlns:a="http://schemas.openxmlformats.org/drawingml/2006/main">
              <a:ext uri="{FF2B5EF4-FFF2-40B4-BE49-F238E27FC236}">
                <a16:creationId xmlns:a16="http://schemas.microsoft.com/office/drawing/2014/main" id="{1784B51D-638D-4E7A-A255-B96704406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838" y="4653089"/>
            <a:ext cx="894575" cy="266658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60" b="1">
                <a:solidFill>
                  <a:srgbClr val="0F766E"/>
                </a:solidFill>
              </a:defRPr>
            </a:pPr>
            <a:r>
              <a:rPr sz="76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训练运营</a:t>
            </a:r>
            <a:endParaRPr sz="760" b="1">
              <a:solidFill>
                <a:srgbClr val="0F766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exec-actor-biz-3">
            <a:extLst xmlns:a="http://schemas.openxmlformats.org/drawingml/2006/main">
              <a:ext uri="{FF2B5EF4-FFF2-40B4-BE49-F238E27FC236}">
                <a16:creationId xmlns:a16="http://schemas.microsoft.com/office/drawing/2014/main" id="{47C482C3-C649-460C-9590-0EF54636B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5504" y="4653089"/>
            <a:ext cx="837434" cy="266658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60" b="1">
                <a:solidFill>
                  <a:srgbClr val="0F766E"/>
                </a:solidFill>
              </a:defRPr>
            </a:pPr>
            <a:r>
              <a:rPr sz="76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平台运维</a:t>
            </a:r>
            <a:endParaRPr sz="760" b="1">
              <a:solidFill>
                <a:srgbClr val="0F766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exec-platform-frame">
            <a:extLst xmlns:a="http://schemas.openxmlformats.org/drawingml/2006/main">
              <a:ext uri="{FF2B5EF4-FFF2-40B4-BE49-F238E27FC236}">
                <a16:creationId xmlns:a16="http://schemas.microsoft.com/office/drawing/2014/main" id="{B99BB35E-09A3-49F4-A58C-674554AA0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4665" y="3048695"/>
            <a:ext cx="5295073" cy="1961843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11906">
            <a:solidFill>
              <a:srgbClr val="2563EB"/>
            </a:solidFill>
            <a:prstDash val="solid"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4">
            <a:srgbClr val="FFFFFF"/>
          </a:effectRef>
          <a:fontRef xmlns:a="http://schemas.openxmlformats.org/drawingml/2006/main" idx="major"/>
        </p:style>
      </p:sp>
      <p:sp>
        <p:nvSpPr>
          <p:cNvPr id="27" name="rule">
            <a:extLst xmlns:a="http://schemas.openxmlformats.org/drawingml/2006/main">
              <a:ext uri="{FF2B5EF4-FFF2-40B4-BE49-F238E27FC236}">
                <a16:creationId xmlns:a16="http://schemas.microsoft.com/office/drawing/2014/main" id="{F79CD34E-44D8-48EC-AF3F-214877872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4665" y="3048695"/>
            <a:ext cx="5295073" cy="571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exec-platform-title">
            <a:extLst xmlns:a="http://schemas.openxmlformats.org/drawingml/2006/main">
              <a:ext uri="{FF2B5EF4-FFF2-40B4-BE49-F238E27FC236}">
                <a16:creationId xmlns:a16="http://schemas.microsoft.com/office/drawing/2014/main" id="{84F3F631-FAA2-438C-A957-FEAB39539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182" y="3220118"/>
            <a:ext cx="2952289" cy="2285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F172A"/>
                </a:solidFill>
              </a:defRPr>
            </a:pPr>
            <a:r>
              <a:rPr sz="16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Federation Learning Platform</a:t>
            </a:r>
            <a:endParaRPr sz="1600" b="1">
              <a:solidFill>
                <a:srgbClr val="0F172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0" name="exec-platform-api">
            <a:extLst xmlns:a="http://schemas.openxmlformats.org/drawingml/2006/main">
              <a:ext uri="{FF2B5EF4-FFF2-40B4-BE49-F238E27FC236}">
                <a16:creationId xmlns:a16="http://schemas.microsoft.com/office/drawing/2014/main" id="{BA11952A-AA7C-42FD-AE29-0B09F8672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182" y="3643597"/>
            <a:ext cx="4818897" cy="266658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475569"/>
                </a:solidFill>
              </a:defRPr>
            </a:pPr>
            <a:r>
              <a:rPr sz="825" b="1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平台业务：组织/运行时治理、特征 Schema、训练配置、任务提交</a:t>
            </a:r>
            <a:endParaRPr sz="910" b="1">
              <a:solidFill>
                <a:srgbClr val="2563E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exec-platform-command">
            <a:extLst xmlns:a="http://schemas.openxmlformats.org/drawingml/2006/main">
              <a:ext uri="{FF2B5EF4-FFF2-40B4-BE49-F238E27FC236}">
                <a16:creationId xmlns:a16="http://schemas.microsoft.com/office/drawing/2014/main" id="{708C041D-8F3D-4459-AB12-F5D409A1B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182" y="4115328"/>
            <a:ext cx="1485668" cy="399987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765" b="1">
                <a:solidFill>
                  <a:srgbClr val="16A34A"/>
                </a:solidFill>
              </a:defRPr>
            </a:pPr>
            <a:r>
              <a:rPr sz="870" b="1">
                <a:solidFill>
                  <a:srgbClr val="16A34A"/>
                </a:solidFill>
                <a:latin typeface="微软雅黑"/>
                <a:ea typeface="微软雅黑"/>
                <a:cs typeface="微软雅黑"/>
              </a:rPr>
              <a:t>参与方筛选</a:t>
            </a:r>
            <a:endParaRPr sz="870" b="1">
              <a:solidFill>
                <a:srgbClr val="16A34A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ctr">
              <a:buNone/>
              <a:defRPr sz="765" b="1">
                <a:solidFill>
                  <a:srgbClr val="16A34A"/>
                </a:solidFill>
              </a:defRPr>
            </a:pPr>
            <a:r>
              <a:rPr sz="870" b="1">
                <a:solidFill>
                  <a:srgbClr val="16A34A"/>
                </a:solidFill>
                <a:latin typeface="微软雅黑"/>
                <a:ea typeface="微软雅黑"/>
                <a:cs typeface="微软雅黑"/>
              </a:rPr>
              <a:t>按联盟/Schema/节点匹配</a:t>
            </a:r>
            <a:endParaRPr sz="870" b="1">
              <a:solidFill>
                <a:srgbClr val="16A3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exec-platform-event">
            <a:extLst xmlns:a="http://schemas.openxmlformats.org/drawingml/2006/main">
              <a:ext uri="{FF2B5EF4-FFF2-40B4-BE49-F238E27FC236}">
                <a16:creationId xmlns:a16="http://schemas.microsoft.com/office/drawing/2014/main" id="{20D5F187-9DE0-4158-A0CE-F3B4EB48C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9367" y="4115328"/>
            <a:ext cx="1485668" cy="399987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1D48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765" b="1">
                <a:solidFill>
                  <a:srgbClr val="E11D48"/>
                </a:solidFill>
              </a:defRPr>
            </a:pPr>
            <a:r>
              <a:rPr sz="870" b="1">
                <a:solidFill>
                  <a:srgbClr val="E11D48"/>
                </a:solidFill>
                <a:latin typeface="微软雅黑"/>
                <a:ea typeface="微软雅黑"/>
                <a:cs typeface="微软雅黑"/>
              </a:rPr>
              <a:t>训练编排</a:t>
            </a:r>
            <a:endParaRPr sz="870" b="1">
              <a:solidFill>
                <a:srgbClr val="E11D48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ctr">
              <a:buNone/>
              <a:defRPr sz="765" b="1">
                <a:solidFill>
                  <a:srgbClr val="E11D48"/>
                </a:solidFill>
              </a:defRPr>
            </a:pPr>
            <a:r>
              <a:rPr sz="870" b="1">
                <a:solidFill>
                  <a:srgbClr val="E11D48"/>
                </a:solidFill>
                <a:latin typeface="微软雅黑"/>
                <a:ea typeface="微软雅黑"/>
                <a:cs typeface="微软雅黑"/>
              </a:rPr>
              <a:t>轮次、计划、状态推进</a:t>
            </a:r>
            <a:endParaRPr sz="870" b="1">
              <a:solidFill>
                <a:srgbClr val="E11D4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3" name="exec-platform-automation">
            <a:extLst xmlns:a="http://schemas.openxmlformats.org/drawingml/2006/main">
              <a:ext uri="{FF2B5EF4-FFF2-40B4-BE49-F238E27FC236}">
                <a16:creationId xmlns:a16="http://schemas.microsoft.com/office/drawing/2014/main" id="{7B3EFA51-EB3E-47D5-8127-E2D4B908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4552" y="4115328"/>
            <a:ext cx="1428527" cy="399987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765" b="1">
                <a:solidFill>
                  <a:srgbClr val="6D28D9"/>
                </a:solidFill>
              </a:defRPr>
            </a:pPr>
            <a:r>
              <a:rPr sz="870" b="1">
                <a:solidFill>
                  <a:srgbClr val="6D28D9"/>
                </a:solidFill>
                <a:latin typeface="微软雅黑"/>
                <a:ea typeface="微软雅黑"/>
                <a:cs typeface="微软雅黑"/>
              </a:rPr>
              <a:t>安全聚合</a:t>
            </a:r>
            <a:endParaRPr sz="870" b="1">
              <a:solidFill>
                <a:srgbClr val="6D28D9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ctr">
              <a:buNone/>
              <a:defRPr sz="765" b="1">
                <a:solidFill>
                  <a:srgbClr val="6D28D9"/>
                </a:solidFill>
              </a:defRPr>
            </a:pPr>
            <a:r>
              <a:rPr sz="870" b="1">
                <a:solidFill>
                  <a:srgbClr val="6D28D9"/>
                </a:solidFill>
                <a:latin typeface="微软雅黑"/>
                <a:ea typeface="微软雅黑"/>
                <a:cs typeface="微软雅黑"/>
              </a:rPr>
              <a:t>密钥上下文与更新收集</a:t>
            </a:r>
            <a:endParaRPr sz="870" b="1">
              <a:solidFill>
                <a:srgbClr val="6D28D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4" name="exec-platform-readmodel">
            <a:extLst xmlns:a="http://schemas.openxmlformats.org/drawingml/2006/main">
              <a:ext uri="{FF2B5EF4-FFF2-40B4-BE49-F238E27FC236}">
                <a16:creationId xmlns:a16="http://schemas.microsoft.com/office/drawing/2014/main" id="{7A837ED4-9D14-4B66-838B-5AE873E31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182" y="4629597"/>
            <a:ext cx="2361831" cy="247611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475569"/>
                </a:solidFill>
              </a:defRPr>
            </a:pPr>
            <a:r>
              <a:rPr sz="825" b="1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全局模型：聚合产物登记、版本留痕、可追溯</a:t>
            </a:r>
            <a:endParaRPr sz="800" b="1">
              <a:solidFill>
                <a:srgbClr val="0F766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5" name="exec-platform-cqrs">
            <a:extLst xmlns:a="http://schemas.openxmlformats.org/drawingml/2006/main">
              <a:ext uri="{FF2B5EF4-FFF2-40B4-BE49-F238E27FC236}">
                <a16:creationId xmlns:a16="http://schemas.microsoft.com/office/drawing/2014/main" id="{D89AC828-ADC8-4D23-AD44-F1F471E63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1248" y="4629597"/>
            <a:ext cx="2361831" cy="247611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475569"/>
                </a:solidFill>
              </a:defRPr>
            </a:pPr>
            <a:r>
              <a:rPr sz="825" b="1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查询视图：业务列表、仪表盘、动态筛选</a:t>
            </a:r>
            <a:endParaRPr sz="700" b="1">
              <a:solidFill>
                <a:srgbClr val="16A3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exec-agent-frame">
            <a:extLst xmlns:a="http://schemas.openxmlformats.org/drawingml/2006/main">
              <a:ext uri="{FF2B5EF4-FFF2-40B4-BE49-F238E27FC236}">
                <a16:creationId xmlns:a16="http://schemas.microsoft.com/office/drawing/2014/main" id="{71E43450-1D36-4F27-8D37-F49F46AF8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9255" y="3048695"/>
            <a:ext cx="1638044" cy="1961843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FFBEB"/>
          </a:solidFill>
          <a:ln xmlns:a="http://schemas.openxmlformats.org/drawingml/2006/main" w="11906">
            <a:solidFill>
              <a:srgbClr val="D97706"/>
            </a:solidFill>
            <a:prstDash val="solid"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4">
            <a:srgbClr val="FFFFFF"/>
          </a:effectRef>
          <a:fontRef xmlns:a="http://schemas.openxmlformats.org/drawingml/2006/main" idx="major"/>
        </p:style>
      </p:sp>
      <p:sp>
        <p:nvSpPr>
          <p:cNvPr id="37" name="rule">
            <a:extLst xmlns:a="http://schemas.openxmlformats.org/drawingml/2006/main">
              <a:ext uri="{FF2B5EF4-FFF2-40B4-BE49-F238E27FC236}">
                <a16:creationId xmlns:a16="http://schemas.microsoft.com/office/drawing/2014/main" id="{D2A247CA-4CAE-4543-829D-17DAA781D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9255" y="3048695"/>
            <a:ext cx="1638044" cy="571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exec-agent-title">
            <a:extLst xmlns:a="http://schemas.openxmlformats.org/drawingml/2006/main">
              <a:ext uri="{FF2B5EF4-FFF2-40B4-BE49-F238E27FC236}">
                <a16:creationId xmlns:a16="http://schemas.microsoft.com/office/drawing/2014/main" id="{1E7E576F-E76F-4950-9BBC-9C85C36B5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0678" y="3220118"/>
            <a:ext cx="1295198" cy="2285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F172A"/>
                </a:solidFill>
              </a:defRPr>
            </a:pPr>
            <a:r>
              <a:rPr sz="14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Runtime Agent</a:t>
            </a:r>
            <a:endParaRPr sz="1400" b="1">
              <a:solidFill>
                <a:srgbClr val="0F172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9" name="exec-agent-0">
            <a:extLst xmlns:a="http://schemas.openxmlformats.org/drawingml/2006/main">
              <a:ext uri="{FF2B5EF4-FFF2-40B4-BE49-F238E27FC236}">
                <a16:creationId xmlns:a16="http://schemas.microsoft.com/office/drawing/2014/main" id="{3808CBA8-4FC0-4E1A-B84E-4242571B0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9725" y="3639152"/>
            <a:ext cx="1257104" cy="228564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10" b="1">
                <a:solidFill>
                  <a:srgbClr val="D97706"/>
                </a:solidFill>
              </a:defRPr>
            </a:pPr>
            <a:r>
              <a:rPr sz="600" b="1">
                <a:solidFill>
                  <a:srgbClr val="D97706"/>
                </a:solidFill>
                <a:latin typeface="微软雅黑"/>
                <a:ea typeface="微软雅黑"/>
                <a:cs typeface="微软雅黑"/>
              </a:rPr>
              <a:t>本地节点注册</a:t>
            </a:r>
            <a:endParaRPr sz="600" b="1">
              <a:solidFill>
                <a:srgbClr val="D9770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exec-agent-1">
            <a:extLst xmlns:a="http://schemas.openxmlformats.org/drawingml/2006/main">
              <a:ext uri="{FF2B5EF4-FFF2-40B4-BE49-F238E27FC236}">
                <a16:creationId xmlns:a16="http://schemas.microsoft.com/office/drawing/2014/main" id="{6E5E3238-AD4D-421D-A70A-8FA139B6A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9725" y="3934381"/>
            <a:ext cx="1257104" cy="228564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10" b="1">
                <a:solidFill>
                  <a:srgbClr val="D97706"/>
                </a:solidFill>
              </a:defRPr>
            </a:pPr>
            <a:r>
              <a:rPr sz="600" b="1">
                <a:solidFill>
                  <a:srgbClr val="D97706"/>
                </a:solidFill>
                <a:latin typeface="微软雅黑"/>
                <a:ea typeface="微软雅黑"/>
                <a:cs typeface="微软雅黑"/>
              </a:rPr>
              <a:t>执行计划接收</a:t>
            </a:r>
            <a:endParaRPr sz="600" b="1">
              <a:solidFill>
                <a:srgbClr val="D9770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1" name="exec-agent-2">
            <a:extLst xmlns:a="http://schemas.openxmlformats.org/drawingml/2006/main">
              <a:ext uri="{FF2B5EF4-FFF2-40B4-BE49-F238E27FC236}">
                <a16:creationId xmlns:a16="http://schemas.microsoft.com/office/drawing/2014/main" id="{539E96AB-63C9-46AF-BD73-4505EB571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9725" y="4229610"/>
            <a:ext cx="1257104" cy="228564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10" b="1">
                <a:solidFill>
                  <a:srgbClr val="D97706"/>
                </a:solidFill>
              </a:defRPr>
            </a:pPr>
            <a:r>
              <a:rPr sz="600" b="1">
                <a:solidFill>
                  <a:srgbClr val="D97706"/>
                </a:solidFill>
                <a:latin typeface="微软雅黑"/>
                <a:ea typeface="微软雅黑"/>
                <a:cs typeface="微软雅黑"/>
              </a:rPr>
              <a:t>数据集校验/画像</a:t>
            </a:r>
            <a:endParaRPr sz="600" b="1">
              <a:solidFill>
                <a:srgbClr val="D9770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2" name="exec-agent-3">
            <a:extLst xmlns:a="http://schemas.openxmlformats.org/drawingml/2006/main">
              <a:ext uri="{FF2B5EF4-FFF2-40B4-BE49-F238E27FC236}">
                <a16:creationId xmlns:a16="http://schemas.microsoft.com/office/drawing/2014/main" id="{38F774E5-5A07-4D9C-8A34-03AD15681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9725" y="4524839"/>
            <a:ext cx="1257104" cy="228564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10" b="1">
                <a:solidFill>
                  <a:srgbClr val="D97706"/>
                </a:solidFill>
              </a:defRPr>
            </a:pPr>
            <a:r>
              <a:rPr sz="600" b="1">
                <a:solidFill>
                  <a:srgbClr val="D97706"/>
                </a:solidFill>
                <a:latin typeface="微软雅黑"/>
                <a:ea typeface="微软雅黑"/>
                <a:cs typeface="微软雅黑"/>
              </a:rPr>
              <a:t>训练引擎调度</a:t>
            </a:r>
            <a:endParaRPr sz="600" b="1">
              <a:solidFill>
                <a:srgbClr val="D9770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3" name="exec-agent-loop">
            <a:extLst xmlns:a="http://schemas.openxmlformats.org/drawingml/2006/main">
              <a:ext uri="{FF2B5EF4-FFF2-40B4-BE49-F238E27FC236}">
                <a16:creationId xmlns:a16="http://schemas.microsoft.com/office/drawing/2014/main" id="{4F1D6B87-E98F-498E-A495-76380B153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0678" y="4801021"/>
            <a:ext cx="1295198" cy="1714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475569"/>
                </a:solidFill>
              </a:defRPr>
            </a:pPr>
            <a:r>
              <a:rPr sz="825" b="1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训练结果回传</a:t>
            </a:r>
            <a:endParaRPr sz="700" b="1">
              <a:solidFill>
                <a:srgbClr val="D9770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4" name="exec-dependency-frame">
            <a:extLst xmlns:a="http://schemas.openxmlformats.org/drawingml/2006/main">
              <a:ext uri="{FF2B5EF4-FFF2-40B4-BE49-F238E27FC236}">
                <a16:creationId xmlns:a16="http://schemas.microsoft.com/office/drawing/2014/main" id="{07D66143-D327-4207-B71B-5318B645C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7769" y="3048695"/>
            <a:ext cx="895210" cy="1961843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BEB"/>
          </a:solidFill>
          <a:ln xmlns:a="http://schemas.openxmlformats.org/drawingml/2006/main" w="10954">
            <a:solidFill>
              <a:srgbClr val="D97706"/>
            </a:solidFill>
            <a:prstDash val="solid"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4">
            <a:srgbClr val="FFFFFF"/>
          </a:effectRef>
          <a:fontRef xmlns:a="http://schemas.openxmlformats.org/drawingml/2006/main" idx="major"/>
        </p:style>
      </p:sp>
      <p:sp>
        <p:nvSpPr>
          <p:cNvPr id="45" name="exec-dep-title">
            <a:extLst xmlns:a="http://schemas.openxmlformats.org/drawingml/2006/main">
              <a:ext uri="{FF2B5EF4-FFF2-40B4-BE49-F238E27FC236}">
                <a16:creationId xmlns:a16="http://schemas.microsoft.com/office/drawing/2014/main" id="{CB02C973-8929-4141-92CF-6DBE4882B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2051" y="3220118"/>
            <a:ext cx="666646" cy="2095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D97706"/>
                </a:solidFill>
              </a:defRPr>
            </a:pPr>
            <a:r>
              <a:rPr sz="1200" b="1">
                <a:solidFill>
                  <a:srgbClr val="D97706"/>
                </a:solidFill>
                <a:latin typeface="微软雅黑"/>
                <a:ea typeface="微软雅黑"/>
                <a:cs typeface="微软雅黑"/>
              </a:rPr>
              <a:t>支撑服务</a:t>
            </a:r>
            <a:endParaRPr sz="1200" b="1">
              <a:solidFill>
                <a:srgbClr val="D9770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6" name="exec-dep-0">
            <a:extLst xmlns:a="http://schemas.openxmlformats.org/drawingml/2006/main">
              <a:ext uri="{FF2B5EF4-FFF2-40B4-BE49-F238E27FC236}">
                <a16:creationId xmlns:a16="http://schemas.microsoft.com/office/drawing/2014/main" id="{82401CA8-C855-4F10-A47F-AABE25C16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1098" y="3601058"/>
            <a:ext cx="628552" cy="209517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660" b="1">
                <a:solidFill>
                  <a:srgbClr val="D97706"/>
                </a:solidFill>
              </a:defRPr>
            </a:pPr>
            <a:r>
              <a:rPr sz="500" b="1">
                <a:solidFill>
                  <a:srgbClr val="D97706"/>
                </a:solidFill>
                <a:latin typeface="微软雅黑"/>
                <a:ea typeface="微软雅黑"/>
                <a:cs typeface="微软雅黑"/>
              </a:rPr>
              <a:t>账号权限</a:t>
            </a:r>
            <a:endParaRPr sz="500" b="1">
              <a:solidFill>
                <a:srgbClr val="D9770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7" name="exec-dep-1">
            <a:extLst xmlns:a="http://schemas.openxmlformats.org/drawingml/2006/main">
              <a:ext uri="{FF2B5EF4-FFF2-40B4-BE49-F238E27FC236}">
                <a16:creationId xmlns:a16="http://schemas.microsoft.com/office/drawing/2014/main" id="{D6EFB09B-74BF-4BC3-A004-5F7352840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1098" y="3867717"/>
            <a:ext cx="628552" cy="209517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660" b="1">
                <a:solidFill>
                  <a:srgbClr val="D97706"/>
                </a:solidFill>
              </a:defRPr>
            </a:pPr>
            <a:r>
              <a:rPr sz="500" b="1">
                <a:solidFill>
                  <a:srgbClr val="D97706"/>
                </a:solidFill>
                <a:latin typeface="微软雅黑"/>
                <a:ea typeface="微软雅黑"/>
                <a:cs typeface="微软雅黑"/>
              </a:rPr>
              <a:t>文件暂存</a:t>
            </a:r>
            <a:endParaRPr sz="500" b="1">
              <a:solidFill>
                <a:srgbClr val="D9770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8" name="exec-dep-2">
            <a:extLst xmlns:a="http://schemas.openxmlformats.org/drawingml/2006/main">
              <a:ext uri="{FF2B5EF4-FFF2-40B4-BE49-F238E27FC236}">
                <a16:creationId xmlns:a16="http://schemas.microsoft.com/office/drawing/2014/main" id="{D5D64BE3-C3DD-492C-BEF9-2EED7CAC9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1098" y="4134375"/>
            <a:ext cx="628552" cy="209517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660" b="1">
                <a:solidFill>
                  <a:srgbClr val="D97706"/>
                </a:solidFill>
              </a:defRPr>
            </a:pPr>
            <a:r>
              <a:rPr sz="500" b="1">
                <a:solidFill>
                  <a:srgbClr val="D97706"/>
                </a:solidFill>
                <a:latin typeface="微软雅黑"/>
                <a:ea typeface="微软雅黑"/>
                <a:cs typeface="微软雅黑"/>
              </a:rPr>
              <a:t>模型仓库</a:t>
            </a:r>
            <a:endParaRPr sz="500" b="1">
              <a:solidFill>
                <a:srgbClr val="D9770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9" name="exec-dep-3">
            <a:extLst xmlns:a="http://schemas.openxmlformats.org/drawingml/2006/main">
              <a:ext uri="{FF2B5EF4-FFF2-40B4-BE49-F238E27FC236}">
                <a16:creationId xmlns:a16="http://schemas.microsoft.com/office/drawing/2014/main" id="{5390BE3A-14EC-43D6-AF5D-483F6DDC1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1098" y="4401033"/>
            <a:ext cx="628552" cy="209517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660" b="1">
                <a:solidFill>
                  <a:srgbClr val="D97706"/>
                </a:solidFill>
              </a:defRPr>
            </a:pPr>
            <a:r>
              <a:rPr sz="500" b="1">
                <a:solidFill>
                  <a:srgbClr val="D97706"/>
                </a:solidFill>
                <a:latin typeface="微软雅黑"/>
                <a:ea typeface="微软雅黑"/>
                <a:cs typeface="微软雅黑"/>
              </a:rPr>
              <a:t>字典配置</a:t>
            </a:r>
            <a:endParaRPr sz="500" b="1">
              <a:solidFill>
                <a:srgbClr val="D9770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0" name="exec-dep-4">
            <a:extLst xmlns:a="http://schemas.openxmlformats.org/drawingml/2006/main">
              <a:ext uri="{FF2B5EF4-FFF2-40B4-BE49-F238E27FC236}">
                <a16:creationId xmlns:a16="http://schemas.microsoft.com/office/drawing/2014/main" id="{DEF0B404-5E74-406A-A669-7CACE0036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1098" y="4667692"/>
            <a:ext cx="628552" cy="209517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660" b="1">
                <a:solidFill>
                  <a:srgbClr val="D97706"/>
                </a:solidFill>
              </a:defRPr>
            </a:pPr>
            <a:r>
              <a:rPr sz="500" b="1">
                <a:solidFill>
                  <a:srgbClr val="D97706"/>
                </a:solidFill>
                <a:latin typeface="微软雅黑"/>
                <a:ea typeface="微软雅黑"/>
                <a:cs typeface="微软雅黑"/>
              </a:rPr>
              <a:t>审计日志</a:t>
            </a:r>
            <a:endParaRPr sz="500" b="1">
              <a:solidFill>
                <a:srgbClr val="D9770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1" name="exec-arrow-actor-platform">
            <a:extLst xmlns:a="http://schemas.openxmlformats.org/drawingml/2006/main">
              <a:ext uri="{FF2B5EF4-FFF2-40B4-BE49-F238E27FC236}">
                <a16:creationId xmlns:a16="http://schemas.microsoft.com/office/drawing/2014/main" id="{7DDA32E9-DD17-44C1-B08D-AC4A25225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148" y="4334369"/>
            <a:ext cx="209517" cy="171423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exec-arrow-platform-agent">
            <a:extLst xmlns:a="http://schemas.openxmlformats.org/drawingml/2006/main">
              <a:ext uri="{FF2B5EF4-FFF2-40B4-BE49-F238E27FC236}">
                <a16:creationId xmlns:a16="http://schemas.microsoft.com/office/drawing/2014/main" id="{38BDB902-82A6-4130-994F-C94C582F5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9737" y="3943905"/>
            <a:ext cx="228564" cy="171423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exec-arrow-agent-platform">
            <a:extLst xmlns:a="http://schemas.openxmlformats.org/drawingml/2006/main">
              <a:ext uri="{FF2B5EF4-FFF2-40B4-BE49-F238E27FC236}">
                <a16:creationId xmlns:a16="http://schemas.microsoft.com/office/drawing/2014/main" id="{00BBB172-2FDC-4D5D-8562-B0F73CCF5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9737" y="4572456"/>
            <a:ext cx="228564" cy="171423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E11D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exec-task-label">
            <a:extLst xmlns:a="http://schemas.openxmlformats.org/drawingml/2006/main">
              <a:ext uri="{FF2B5EF4-FFF2-40B4-BE49-F238E27FC236}">
                <a16:creationId xmlns:a16="http://schemas.microsoft.com/office/drawing/2014/main" id="{D4020DFD-A3C5-4263-8842-517207739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1643" y="3715340"/>
            <a:ext cx="285705" cy="2666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0" b="1">
                <a:solidFill>
                  <a:srgbClr val="D97706"/>
                </a:solidFill>
              </a:defRPr>
            </a:pPr>
            <a:r>
              <a:rPr sz="740" b="1">
                <a:solidFill>
                  <a:srgbClr val="D97706"/>
                </a:solidFill>
                <a:latin typeface="微软雅黑"/>
                <a:ea typeface="微软雅黑"/>
                <a:cs typeface="微软雅黑"/>
              </a:rPr>
              <a:t>计划</a:t>
            </a:r>
            <a:endParaRPr sz="740" b="1">
              <a:solidFill>
                <a:srgbClr val="D97706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ctr">
              <a:buNone/>
              <a:defRPr sz="640" b="1">
                <a:solidFill>
                  <a:srgbClr val="D97706"/>
                </a:solidFill>
              </a:defRPr>
            </a:pPr>
            <a:r>
              <a:rPr sz="740" b="1">
                <a:solidFill>
                  <a:srgbClr val="D97706"/>
                </a:solidFill>
                <a:latin typeface="微软雅黑"/>
                <a:ea typeface="微软雅黑"/>
                <a:cs typeface="微软雅黑"/>
              </a:rPr>
              <a:t>下发</a:t>
            </a:r>
            <a:endParaRPr sz="740" b="1">
              <a:solidFill>
                <a:srgbClr val="D9770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5" name="exec-feedback-label">
            <a:extLst xmlns:a="http://schemas.openxmlformats.org/drawingml/2006/main">
              <a:ext uri="{FF2B5EF4-FFF2-40B4-BE49-F238E27FC236}">
                <a16:creationId xmlns:a16="http://schemas.microsoft.com/office/drawing/2014/main" id="{DE5ACBC9-4E0B-4201-9DDD-F421B8133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1643" y="4743880"/>
            <a:ext cx="285705" cy="2666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0" b="1">
                <a:solidFill>
                  <a:srgbClr val="E11D48"/>
                </a:solidFill>
              </a:defRPr>
            </a:pPr>
            <a:r>
              <a:rPr sz="740" b="1">
                <a:solidFill>
                  <a:srgbClr val="E11D48"/>
                </a:solidFill>
                <a:latin typeface="微软雅黑"/>
                <a:ea typeface="微软雅黑"/>
                <a:cs typeface="微软雅黑"/>
              </a:rPr>
              <a:t>指标</a:t>
            </a:r>
            <a:endParaRPr sz="740" b="1">
              <a:solidFill>
                <a:srgbClr val="E11D48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ctr">
              <a:buNone/>
              <a:defRPr sz="640" b="1">
                <a:solidFill>
                  <a:srgbClr val="E11D48"/>
                </a:solidFill>
              </a:defRPr>
            </a:pPr>
            <a:r>
              <a:rPr sz="740" b="1">
                <a:solidFill>
                  <a:srgbClr val="E11D48"/>
                </a:solidFill>
                <a:latin typeface="微软雅黑"/>
                <a:ea typeface="微软雅黑"/>
                <a:cs typeface="微软雅黑"/>
              </a:rPr>
              <a:t>更新</a:t>
            </a:r>
            <a:endParaRPr sz="740" b="1">
              <a:solidFill>
                <a:srgbClr val="E11D4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6" name="exec-arrow-platform-up">
            <a:extLst xmlns:a="http://schemas.openxmlformats.org/drawingml/2006/main">
              <a:ext uri="{FF2B5EF4-FFF2-40B4-BE49-F238E27FC236}">
                <a16:creationId xmlns:a16="http://schemas.microsoft.com/office/drawing/2014/main" id="{FEEF66FA-FB4A-47D6-95BE-BDE940B70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060" y="2534425"/>
            <a:ext cx="323799" cy="323799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exec-arrow-agent-up">
            <a:extLst xmlns:a="http://schemas.openxmlformats.org/drawingml/2006/main">
              <a:ext uri="{FF2B5EF4-FFF2-40B4-BE49-F238E27FC236}">
                <a16:creationId xmlns:a16="http://schemas.microsoft.com/office/drawing/2014/main" id="{DC93969D-5CE6-44AD-A6BB-B47545859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6853" y="2534425"/>
            <a:ext cx="323799" cy="323799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exec-arrow-dep-up">
            <a:extLst xmlns:a="http://schemas.openxmlformats.org/drawingml/2006/main">
              <a:ext uri="{FF2B5EF4-FFF2-40B4-BE49-F238E27FC236}">
                <a16:creationId xmlns:a16="http://schemas.microsoft.com/office/drawing/2014/main" id="{6EF850CA-BF48-4354-83C7-DF300BF06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3474" y="2534425"/>
            <a:ext cx="323799" cy="323799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exec-output-label">
            <a:extLst xmlns:a="http://schemas.openxmlformats.org/drawingml/2006/main">
              <a:ext uri="{FF2B5EF4-FFF2-40B4-BE49-F238E27FC236}">
                <a16:creationId xmlns:a16="http://schemas.microsoft.com/office/drawing/2014/main" id="{D67487E9-B72D-46B7-B8BB-7095CE513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7399" y="2324908"/>
            <a:ext cx="1523762" cy="2095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  <a:latin typeface="微软雅黑"/>
                <a:ea typeface="微软雅黑"/>
                <a:cs typeface="微软雅黑"/>
              </a:rPr>
              <a:t>业务能力统一输出</a:t>
            </a:r>
            <a:endParaRPr sz="1200" b="1">
              <a:solidFill>
                <a:srgbClr val="2563E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0" name="exec-infra-band">
            <a:extLst xmlns:a="http://schemas.openxmlformats.org/drawingml/2006/main">
              <a:ext uri="{FF2B5EF4-FFF2-40B4-BE49-F238E27FC236}">
                <a16:creationId xmlns:a16="http://schemas.microsoft.com/office/drawing/2014/main" id="{CB0D8442-9168-4F74-A7F1-DDBC100A1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364" y="5467667"/>
            <a:ext cx="11085368" cy="780928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61" name="exec-infra-title">
            <a:extLst xmlns:a="http://schemas.openxmlformats.org/drawingml/2006/main">
              <a:ext uri="{FF2B5EF4-FFF2-40B4-BE49-F238E27FC236}">
                <a16:creationId xmlns:a16="http://schemas.microsoft.com/office/drawing/2014/main" id="{BEB0EAEA-F18D-4CB0-A30C-46238C7C3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975" y="5734325"/>
            <a:ext cx="1676138" cy="2666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部署与运行能力</a:t>
            </a:r>
            <a:endParaRPr sz="1800" b="1">
              <a:solidFill>
                <a:srgbClr val="0F172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2" name="exec-infra-0">
            <a:extLst xmlns:a="http://schemas.openxmlformats.org/drawingml/2006/main">
              <a:ext uri="{FF2B5EF4-FFF2-40B4-BE49-F238E27FC236}">
                <a16:creationId xmlns:a16="http://schemas.microsoft.com/office/drawing/2014/main" id="{F33B884F-3EF6-47DF-92B8-424832826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489" y="5696231"/>
            <a:ext cx="838069" cy="323799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795" b="1">
                <a:solidFill>
                  <a:srgbClr val="2563EB"/>
                </a:solidFill>
              </a:defRPr>
            </a:pPr>
            <a:r>
              <a:rPr sz="600" b="1">
                <a:solidFill>
                  <a:srgbClr val="2563EB"/>
                </a:solidFill>
                <a:latin typeface="微软雅黑"/>
                <a:ea typeface="微软雅黑"/>
                <a:cs typeface="微软雅黑"/>
              </a:rPr>
              <a:t>Docker </a:t>
            </a:r>
            <a:r>
              <a:rPr sz="600" b="1">
                <a:solidFill>
                  <a:srgbClr val="2563EB"/>
                </a:solidFill>
                <a:latin typeface="微软雅黑"/>
                <a:ea typeface="微软雅黑"/>
                <a:cs typeface="微软雅黑"/>
              </a:rPr>
              <a:t>Compose</a:t>
            </a:r>
            <a:endParaRPr sz="600" b="1">
              <a:solidFill>
                <a:srgbClr val="2563E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3" name="exec-infra-1">
            <a:extLst xmlns:a="http://schemas.openxmlformats.org/drawingml/2006/main">
              <a:ext uri="{FF2B5EF4-FFF2-40B4-BE49-F238E27FC236}">
                <a16:creationId xmlns:a16="http://schemas.microsoft.com/office/drawing/2014/main" id="{2193208C-EEB9-4074-98C6-915A79BF6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0840" y="5696231"/>
            <a:ext cx="838069" cy="323799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795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  <a:latin typeface="微软雅黑"/>
                <a:ea typeface="微软雅黑"/>
                <a:cs typeface="微软雅黑"/>
              </a:rPr>
              <a:t>K3s/K8s</a:t>
            </a:r>
            <a:endParaRPr sz="900" b="1">
              <a:solidFill>
                <a:srgbClr val="2563E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4" name="exec-infra-2">
            <a:extLst xmlns:a="http://schemas.openxmlformats.org/drawingml/2006/main">
              <a:ext uri="{FF2B5EF4-FFF2-40B4-BE49-F238E27FC236}">
                <a16:creationId xmlns:a16="http://schemas.microsoft.com/office/drawing/2014/main" id="{9D808B39-24E3-45B5-A2D2-70B03CA1A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265" y="5695950"/>
            <a:ext cx="89471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795" b="1">
                <a:solidFill>
                  <a:srgbClr val="0F766E"/>
                </a:solidFill>
              </a:defRPr>
            </a:pPr>
            <a:r>
              <a:rPr sz="90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PostgreSQL</a:t>
            </a:r>
            <a:endParaRPr sz="900" b="1">
              <a:solidFill>
                <a:srgbClr val="0F766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5" name="exec-infra-3">
            <a:extLst xmlns:a="http://schemas.openxmlformats.org/drawingml/2006/main">
              <a:ext uri="{FF2B5EF4-FFF2-40B4-BE49-F238E27FC236}">
                <a16:creationId xmlns:a16="http://schemas.microsoft.com/office/drawing/2014/main" id="{D55ACFA3-6A9D-472A-B604-03B938543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7298" y="5696231"/>
            <a:ext cx="838069" cy="323799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11D4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795" b="1">
                <a:solidFill>
                  <a:srgbClr val="E11D48"/>
                </a:solidFill>
              </a:defRPr>
            </a:pPr>
            <a:r>
              <a:rPr sz="600" b="1">
                <a:solidFill>
                  <a:srgbClr val="E11D48"/>
                </a:solidFill>
                <a:latin typeface="微软雅黑"/>
                <a:ea typeface="微软雅黑"/>
                <a:cs typeface="微软雅黑"/>
              </a:rPr>
              <a:t>UmaDB</a:t>
            </a:r>
            <a:endParaRPr sz="600" b="1">
              <a:solidFill>
                <a:srgbClr val="E11D4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6" name="exec-infra-4">
            <a:extLst xmlns:a="http://schemas.openxmlformats.org/drawingml/2006/main">
              <a:ext uri="{FF2B5EF4-FFF2-40B4-BE49-F238E27FC236}">
                <a16:creationId xmlns:a16="http://schemas.microsoft.com/office/drawing/2014/main" id="{2C7DC899-6D95-4134-A7E8-476CB0D68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6790" y="5696231"/>
            <a:ext cx="838069" cy="323799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  <p:txBody>
          <a:bodyPr xmlns:a="http://schemas.openxmlformats.org/drawingml/2006/main" anchor="ctr">
            <a:normAutofit fontScale="7135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95" b="1">
                <a:solidFill>
                  <a:srgbClr val="16A34A"/>
                </a:solidFill>
              </a:defRPr>
            </a:pPr>
            <a:r>
              <a:rPr sz="900" b="1">
                <a:solidFill>
                  <a:srgbClr val="16A34A"/>
                </a:solidFill>
                <a:latin typeface="微软雅黑"/>
                <a:ea typeface="微软雅黑"/>
                <a:cs typeface="微软雅黑"/>
              </a:rPr>
              <a:t>Runtime Engine</a:t>
            </a:r>
            <a:endParaRPr sz="900" b="1">
              <a:solidFill>
                <a:srgbClr val="16A3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8" name="exec-infra-6">
            <a:extLst xmlns:a="http://schemas.openxmlformats.org/drawingml/2006/main">
              <a:ext uri="{FF2B5EF4-FFF2-40B4-BE49-F238E27FC236}">
                <a16:creationId xmlns:a16="http://schemas.microsoft.com/office/drawing/2014/main" id="{C17AF1FA-F599-4A6D-982A-83A829C30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1668" y="5696231"/>
            <a:ext cx="838069" cy="323799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795" b="1">
                <a:solidFill>
                  <a:srgbClr val="16A34A"/>
                </a:solidFill>
              </a:defRPr>
            </a:pPr>
            <a:r>
              <a:rPr sz="900" b="1">
                <a:solidFill>
                  <a:srgbClr val="16A34A"/>
                </a:solidFill>
                <a:latin typeface="微软雅黑"/>
                <a:ea typeface="微软雅黑"/>
                <a:cs typeface="微软雅黑"/>
              </a:rPr>
              <a:t>对象存储</a:t>
            </a:r>
            <a:endParaRPr sz="900" b="1">
              <a:solidFill>
                <a:srgbClr val="16A3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9" name="exec-infra-7">
            <a:extLst xmlns:a="http://schemas.openxmlformats.org/drawingml/2006/main">
              <a:ext uri="{FF2B5EF4-FFF2-40B4-BE49-F238E27FC236}">
                <a16:creationId xmlns:a16="http://schemas.microsoft.com/office/drawing/2014/main" id="{4DA57109-C95D-4E86-BD7A-0815ECAA0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7349" y="5696231"/>
            <a:ext cx="838069" cy="323799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795" b="1">
                <a:solidFill>
                  <a:srgbClr val="D97706"/>
                </a:solidFill>
              </a:defRPr>
            </a:pPr>
            <a:r>
              <a:rPr sz="900" b="1">
                <a:solidFill>
                  <a:srgbClr val="D97706"/>
                </a:solidFill>
                <a:latin typeface="微软雅黑"/>
                <a:ea typeface="微软雅黑"/>
                <a:cs typeface="微软雅黑"/>
              </a:rPr>
              <a:t>镜像脚本</a:t>
            </a:r>
            <a:endParaRPr sz="900" b="1">
              <a:solidFill>
                <a:srgbClr val="D9770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0" name="exec-infra-8">
            <a:extLst xmlns:a="http://schemas.openxmlformats.org/drawingml/2006/main">
              <a:ext uri="{FF2B5EF4-FFF2-40B4-BE49-F238E27FC236}">
                <a16:creationId xmlns:a16="http://schemas.microsoft.com/office/drawing/2014/main" id="{1F1E3317-8391-4911-B959-F70318E11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3029" y="5696231"/>
            <a:ext cx="838069" cy="323799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795" b="1">
                <a:solidFill>
                  <a:srgbClr val="D97706"/>
                </a:solidFill>
              </a:defRPr>
            </a:pPr>
            <a:r>
              <a:rPr sz="900" b="1">
                <a:solidFill>
                  <a:srgbClr val="D97706"/>
                </a:solidFill>
                <a:latin typeface="微软雅黑"/>
                <a:ea typeface="微软雅黑"/>
                <a:cs typeface="微软雅黑"/>
              </a:rPr>
              <a:t>日志遥测</a:t>
            </a:r>
            <a:endParaRPr sz="900" b="1">
              <a:solidFill>
                <a:srgbClr val="D9770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1" name="exec-arrow-infra-platform">
            <a:extLst xmlns:a="http://schemas.openxmlformats.org/drawingml/2006/main">
              <a:ext uri="{FF2B5EF4-FFF2-40B4-BE49-F238E27FC236}">
                <a16:creationId xmlns:a16="http://schemas.microsoft.com/office/drawing/2014/main" id="{29484456-93F0-47F3-A2CB-48DB7F6B5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2684" y="5220055"/>
            <a:ext cx="323799" cy="247611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exec-arrow-infra-agent">
            <a:extLst xmlns:a="http://schemas.openxmlformats.org/drawingml/2006/main">
              <a:ext uri="{FF2B5EF4-FFF2-40B4-BE49-F238E27FC236}">
                <a16:creationId xmlns:a16="http://schemas.microsoft.com/office/drawing/2014/main" id="{8C4FBF18-B60C-465D-B91A-C27E0474D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5900" y="5220055"/>
            <a:ext cx="323799" cy="247611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exec-arrow-infra-dep">
            <a:extLst xmlns:a="http://schemas.openxmlformats.org/drawingml/2006/main">
              <a:ext uri="{FF2B5EF4-FFF2-40B4-BE49-F238E27FC236}">
                <a16:creationId xmlns:a16="http://schemas.microsoft.com/office/drawing/2014/main" id="{31BF7C71-175C-420F-9AE4-BC8E02E39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3474" y="5220055"/>
            <a:ext cx="323799" cy="247611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rule">
            <a:extLst xmlns:a="http://schemas.openxmlformats.org/drawingml/2006/main">
              <a:ext uri="{FF2B5EF4-FFF2-40B4-BE49-F238E27FC236}">
                <a16:creationId xmlns:a16="http://schemas.microsoft.com/office/drawing/2014/main" id="{73803D37-907C-4357-93B4-FF7F15DB4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270" y="6286689"/>
            <a:ext cx="11161556" cy="95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TextBox 6">
            <a:extLst xmlns:a="http://schemas.openxmlformats.org/drawingml/2006/main">
              <a:ext uri="{FF2B5EF4-FFF2-40B4-BE49-F238E27FC236}">
                <a16:creationId xmlns:a16="http://schemas.microsoft.com/office/drawing/2014/main" id="{F03B5D15-7A54-4246-B9D8-B926D4CEC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400" y="117475"/>
            <a:ext cx="11326495" cy="5124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r>
              <a:rPr sz="300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1.2.3 事件驱动的联邦学习平台业务能力架构</a:t>
            </a:r>
            <a:endParaRPr b="1" i="0" u="none" spc="150">
              <a:solidFill>
                <a:srgbClr val="0F172A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649421617"/>
      </p:ext>
    </p:extLst>
  </p:cSld>
</p:sld>
</file>

<file path=ppt/theme/theme1.xml><?xml version="1.0" encoding="utf-8"?>
<a:theme xmlns:a="http://schemas.openxmlformats.org/drawingml/2006/main" name="1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2026-08-31T12:15:16.2560000Z</dcterms:created>
  <dcterms:modified xsi:type="dcterms:W3CDTF">2026-08-31T12:15:16.2560000Z</dcterms:modified>
</coreProperties>
</file>