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874" r:id="rId3"/>
  </p:sldIdLst>
  <p:sldSz cx="12190095" cy="6859270"/>
  <p:notesSz cx="6858000" cy="9144000"/>
  <p:custDataLst>
    <p:tags r:id="rId10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E23B760-F63B-4996-8C2F-3527EA25513A}">
          <p14:sldIdLst>
            <p14:sldId id="874"/>
          </p14:sldIdLst>
        </p14:section>
      </p14:sectionLst>
    </p:ext>
    <p:ext uri="{EFAFB233-063F-42B5-8137-9DF3F51BA10A}">
      <p15:sldGuideLst xmlns:p15="http://schemas.microsoft.com/office/powerpoint/2012/main">
        <p15:guide id="1" pos="2735" userDrawn="1">
          <p15:clr>
            <a:srgbClr val="A4A3A4"/>
          </p15:clr>
        </p15:guide>
        <p15:guide id="2" orient="horz" pos="1843" userDrawn="1">
          <p15:clr>
            <a:srgbClr val="A4A3A4"/>
          </p15:clr>
        </p15:guide>
        <p15:guide id="3" orient="horz" pos="2360" userDrawn="1">
          <p15:clr>
            <a:srgbClr val="A4A3A4"/>
          </p15:clr>
        </p15:guide>
        <p15:guide id="4" pos="392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作者" initials="A" lastIdx="0" clrIdx="1"/>
  <p:cmAuthor id="3" name="洪丽 徐" initials="洪徐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0000"/>
    <a:srgbClr val="0033CC"/>
    <a:srgbClr val="0000FF"/>
    <a:srgbClr val="000E4C"/>
    <a:srgbClr val="DEEDFA"/>
    <a:srgbClr val="004A9C"/>
    <a:srgbClr val="B5D7F5"/>
    <a:srgbClr val="FAC794"/>
    <a:srgbClr val="FCF7F6"/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77" autoAdjust="0"/>
    <p:restoredTop sz="82113" autoAdjust="0"/>
  </p:normalViewPr>
  <p:slideViewPr>
    <p:cSldViewPr showGuides="1">
      <p:cViewPr varScale="1">
        <p:scale>
          <a:sx n="75" d="100"/>
          <a:sy n="75" d="100"/>
        </p:scale>
        <p:origin x="1424" y="56"/>
      </p:cViewPr>
      <p:guideLst>
        <p:guide pos="2735"/>
        <p:guide orient="horz" pos="1843"/>
        <p:guide orient="horz" pos="2360"/>
        <p:guide pos="3929"/>
      </p:guideLst>
    </p:cSldViewPr>
  </p:slideViewPr>
  <p:outlineViewPr>
    <p:cViewPr>
      <p:scale>
        <a:sx n="33" d="100"/>
        <a:sy n="33" d="100"/>
      </p:scale>
      <p:origin x="0" y="-1148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14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41D59-2205-4F78-9D18-4A1DA712A1D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09141-317C-41A0-A7A7-CE5499912D8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1613" cy="14716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7788"/>
            <a:ext cx="853281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D8446-1D06-428A-A4B0-1DFCD6D5508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3850B-F662-4337-A5DB-E8FAB38701E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8488"/>
            <a:ext cx="1036161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1612" cy="15017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88FCE-E17E-45E3-B796-330B4D3EBDA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08613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0613" y="1600200"/>
            <a:ext cx="5410200" cy="452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D6A63-1C91-4824-9003-5250ECD5BBE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2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79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7975" cy="39528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ADA53-1DA5-4ADE-92D5-9387170D07DF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C5CA-CC0F-45EF-B4C4-9D492F06D916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4CC5-213C-4BC7-B5DC-4E4007EEB4A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0025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5675" y="273050"/>
            <a:ext cx="6815138" cy="58547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0025" cy="4692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B80E5-274C-41E8-89FC-471EFAC17531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2188"/>
            <a:ext cx="7315200" cy="5667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63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8925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F00A6-42C0-43F2-8C30-673097DADEB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EF3C2-2226-4DB4-9A43-439FA771D5B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1613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A2D6D-347C-493A-AD10-F7D3D5DD487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091" y="6357824"/>
            <a:ext cx="2742843" cy="36521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4E012DFA-D993-44A7-8EDD-8F27E63BE39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075" y="6357824"/>
            <a:ext cx="4114264" cy="365210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420635" y="1038467"/>
            <a:ext cx="11258672" cy="5116110"/>
          </a:xfrm>
        </p:spPr>
        <p:txBody>
          <a:bodyPr vert="horz" lIns="121917" tIns="60958" rIns="121917" bIns="60958" rtlCol="0">
            <a:normAutofit/>
          </a:bodyPr>
          <a:lstStyle>
            <a:lvl1pPr>
              <a:defRPr lang="zh-CN" altLang="en-US" sz="2000" dirty="0"/>
            </a:lvl1pPr>
            <a:lvl2pPr>
              <a:defRPr lang="zh-CN" altLang="en-US" sz="1800" dirty="0"/>
            </a:lvl2pPr>
            <a:lvl3pPr>
              <a:defRPr lang="zh-CN" altLang="en-US" sz="1600" dirty="0"/>
            </a:lvl3pPr>
            <a:lvl4pPr>
              <a:defRPr lang="zh-CN" altLang="en-US" sz="1400" dirty="0"/>
            </a:lvl4pPr>
            <a:lvl5pPr>
              <a:defRPr lang="zh-CN" altLang="en-US" sz="1400" dirty="0"/>
            </a:lvl5pPr>
          </a:lstStyle>
          <a:p>
            <a:pPr marL="342900" lvl="0" indent="-342900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lang="zh-CN" altLang="en-US" dirty="0"/>
              <a:t>编辑母版文本样式</a:t>
            </a:r>
            <a:endParaRPr lang="zh-CN" altLang="en-US" dirty="0"/>
          </a:p>
          <a:p>
            <a:pPr marL="635000" lvl="1" indent="-286385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lang="zh-CN" altLang="en-US" dirty="0"/>
              <a:t>第二级</a:t>
            </a:r>
            <a:endParaRPr lang="zh-CN" altLang="en-US" dirty="0"/>
          </a:p>
          <a:p>
            <a:pPr lvl="2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lang="zh-CN" altLang="en-US" dirty="0"/>
              <a:t>第三级</a:t>
            </a:r>
            <a:endParaRPr lang="zh-CN" altLang="en-US" dirty="0"/>
          </a:p>
          <a:p>
            <a:pPr lvl="3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lang="zh-CN" altLang="en-US" dirty="0"/>
              <a:t>第四级</a:t>
            </a:r>
            <a:endParaRPr lang="zh-CN" altLang="en-US" dirty="0"/>
          </a:p>
          <a:p>
            <a:pPr lvl="4" defTabSz="45720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</a:pPr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0EAFD5-50EE-48AD-99DD-3B883D8B5B63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091" y="6357824"/>
            <a:ext cx="2742843" cy="365210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B8645506-1530-439C-B7D6-64EDB494CF4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075" y="6357824"/>
            <a:ext cx="4114264" cy="365210"/>
          </a:xfrm>
          <a:prstGeom prst="rect">
            <a:avLst/>
          </a:prstGeom>
        </p:spPr>
        <p:txBody>
          <a:bodyPr lIns="121917" tIns="60958" rIns="121917" bIns="60958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2467" y="6482701"/>
            <a:ext cx="665249" cy="365210"/>
          </a:xfrm>
        </p:spPr>
        <p:txBody>
          <a:bodyPr/>
          <a:lstStyle/>
          <a:p>
            <a:fld id="{180EAFD5-50EE-48AD-99DD-3B883D8B5B63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7965" y="120030"/>
            <a:ext cx="9617797" cy="6196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6"/>
            <a:ext cx="12190413" cy="6855736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121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1213" cy="4527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7AB62-3328-4704-8DA0-CB15FA829D6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7938"/>
            <a:ext cx="3859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770839" y="6526138"/>
            <a:ext cx="51705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0E4C"/>
                </a:solidFill>
              </a:defRPr>
            </a:lvl1pPr>
          </a:lstStyle>
          <a:p>
            <a:fld id="{EB69A7C5-0204-4698-9825-AC7D64F317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-7"/>
          <p:cNvSpPr>
            <a:spLocks noGrp="1"/>
          </p:cNvSpPr>
          <p:nvPr/>
        </p:nvSpPr>
        <p:spPr>
          <a:xfrm>
            <a:off x="514270" y="735139"/>
            <a:ext cx="8761631" cy="5142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550" b="1">
                <a:solidFill>
                  <a:srgbClr val="0F172A"/>
                </a:solidFill>
              </a:defRPr>
            </a:pPr>
            <a:endParaRPr sz="2400" b="1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page-7"/>
          <p:cNvSpPr>
            <a:spLocks noGrp="1"/>
          </p:cNvSpPr>
          <p:nvPr/>
        </p:nvSpPr>
        <p:spPr>
          <a:xfrm>
            <a:off x="11237744" y="420205"/>
            <a:ext cx="495223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64748B"/>
                </a:solidFill>
              </a:defRPr>
            </a:pPr>
            <a:r>
              <a:rPr sz="240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sz="240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exec-summary"/>
          <p:cNvSpPr>
            <a:spLocks noGrp="1"/>
          </p:cNvSpPr>
          <p:nvPr/>
        </p:nvSpPr>
        <p:spPr>
          <a:xfrm>
            <a:off x="514270" y="1177653"/>
            <a:ext cx="9904452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 个上下文 / 3 个部署 / 148 个业务切片 / 110 条命令 / 126 个事件 / 37 个读模型</a:t>
            </a:r>
            <a:endParaRPr sz="1200" b="1">
              <a:solidFill>
                <a:srgbClr val="0F76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exec-top-band"/>
          <p:cNvSpPr>
            <a:spLocks noGrp="1"/>
          </p:cNvSpPr>
          <p:nvPr/>
        </p:nvSpPr>
        <p:spPr>
          <a:xfrm>
            <a:off x="552364" y="1467792"/>
            <a:ext cx="11085368" cy="1066633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1430">
            <a:solidFill>
              <a:srgbClr val="2563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rule"/>
          <p:cNvSpPr>
            <a:spLocks noGrp="1"/>
          </p:cNvSpPr>
          <p:nvPr/>
        </p:nvSpPr>
        <p:spPr>
          <a:xfrm>
            <a:off x="552364" y="1467792"/>
            <a:ext cx="11085368" cy="66665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" name="exec-top-title"/>
          <p:cNvSpPr>
            <a:spLocks noGrp="1"/>
          </p:cNvSpPr>
          <p:nvPr/>
        </p:nvSpPr>
        <p:spPr>
          <a:xfrm>
            <a:off x="799975" y="1753497"/>
            <a:ext cx="1714232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2563EB"/>
                </a:solidFill>
              </a:defRPr>
            </a:pPr>
            <a:r>
              <a:rPr lang="zh-CN"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系统入</a:t>
            </a:r>
            <a:r>
              <a:rPr lang="zh-CN" sz="18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endParaRPr lang="zh-CN" sz="18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exec-top-sub"/>
          <p:cNvSpPr>
            <a:spLocks noGrp="1"/>
          </p:cNvSpPr>
          <p:nvPr/>
        </p:nvSpPr>
        <p:spPr>
          <a:xfrm>
            <a:off x="799975" y="2039202"/>
            <a:ext cx="1999937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统一入口、运营控制、开放集成、治理看板</a:t>
            </a:r>
            <a:endParaRPr sz="90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exec-external-1"/>
          <p:cNvSpPr>
            <a:spLocks noGrp="1"/>
          </p:cNvSpPr>
          <p:nvPr/>
        </p:nvSpPr>
        <p:spPr>
          <a:xfrm>
            <a:off x="3574991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865" b="1">
                <a:solidFill>
                  <a:srgbClr val="2563EB"/>
                </a:solidFill>
              </a:defRPr>
            </a:pPr>
            <a:r>
              <a:rPr sz="97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开放 API</a:t>
            </a:r>
            <a:endParaRPr sz="97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exec-external-2"/>
          <p:cNvSpPr>
            <a:spLocks noGrp="1"/>
          </p:cNvSpPr>
          <p:nvPr/>
        </p:nvSpPr>
        <p:spPr>
          <a:xfrm>
            <a:off x="5303253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865" b="1">
                <a:solidFill>
                  <a:srgbClr val="16A34A"/>
                </a:solidFill>
              </a:defRPr>
            </a:pPr>
            <a:r>
              <a:rPr sz="970" b="1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训练运营</a:t>
            </a:r>
            <a:r>
              <a:rPr lang="zh-CN" sz="970" b="1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</a:t>
            </a:r>
            <a:r>
              <a:rPr sz="970" b="1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sz="970" b="1">
              <a:solidFill>
                <a:srgbClr val="16A3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exec-external-3"/>
          <p:cNvSpPr>
            <a:spLocks noGrp="1"/>
          </p:cNvSpPr>
          <p:nvPr/>
        </p:nvSpPr>
        <p:spPr>
          <a:xfrm>
            <a:off x="7104540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865" b="1">
                <a:solidFill>
                  <a:srgbClr val="0F766E"/>
                </a:solidFill>
              </a:defRPr>
            </a:pPr>
            <a:r>
              <a:rPr sz="970" b="1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联邦协作门户</a:t>
            </a:r>
            <a:endParaRPr sz="970" b="1">
              <a:solidFill>
                <a:srgbClr val="0F76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exec-external-4"/>
          <p:cNvSpPr>
            <a:spLocks noGrp="1"/>
          </p:cNvSpPr>
          <p:nvPr/>
        </p:nvSpPr>
        <p:spPr>
          <a:xfrm>
            <a:off x="8437831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865" b="1">
                <a:solidFill>
                  <a:srgbClr val="D97706"/>
                </a:solidFill>
              </a:defRPr>
            </a:pPr>
            <a:r>
              <a:rPr sz="97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监控治理中心</a:t>
            </a:r>
            <a:endParaRPr sz="97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exec-external-5"/>
          <p:cNvSpPr>
            <a:spLocks noGrp="1"/>
          </p:cNvSpPr>
          <p:nvPr/>
        </p:nvSpPr>
        <p:spPr>
          <a:xfrm>
            <a:off x="9771123" y="1791591"/>
            <a:ext cx="1161868" cy="41903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11D48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865" b="1">
                <a:solidFill>
                  <a:srgbClr val="E11D48"/>
                </a:solidFill>
              </a:defRPr>
            </a:pPr>
            <a:r>
              <a:rPr sz="970" b="1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报表 / 审计</a:t>
            </a:r>
            <a:endParaRPr sz="970" b="1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exec-middle-band"/>
          <p:cNvSpPr>
            <a:spLocks noGrp="1"/>
          </p:cNvSpPr>
          <p:nvPr/>
        </p:nvSpPr>
        <p:spPr>
          <a:xfrm>
            <a:off x="552364" y="2839177"/>
            <a:ext cx="11085368" cy="2380878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exec-middle-title"/>
          <p:cNvSpPr>
            <a:spLocks noGrp="1"/>
          </p:cNvSpPr>
          <p:nvPr/>
        </p:nvSpPr>
        <p:spPr>
          <a:xfrm>
            <a:off x="799975" y="3048695"/>
            <a:ext cx="1428527" cy="323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rPr sz="2000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r>
              <a:rPr lang="zh-CN" sz="2000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r>
              <a:rPr sz="2000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endParaRPr sz="2000" b="1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exec-middle-sub"/>
          <p:cNvSpPr>
            <a:spLocks noGrp="1"/>
          </p:cNvSpPr>
          <p:nvPr/>
        </p:nvSpPr>
        <p:spPr>
          <a:xfrm>
            <a:off x="799975" y="3391541"/>
            <a:ext cx="1999937" cy="3809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90" b="0">
                <a:solidFill>
                  <a:srgbClr val="64748B"/>
                </a:solidFill>
              </a:defRPr>
            </a:pPr>
            <a:endParaRPr sz="1090" b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exec-actor-frame"/>
          <p:cNvSpPr>
            <a:spLocks noGrp="1"/>
          </p:cNvSpPr>
          <p:nvPr/>
        </p:nvSpPr>
        <p:spPr>
          <a:xfrm>
            <a:off x="799975" y="3467094"/>
            <a:ext cx="2095173" cy="154344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954">
            <a:solidFill>
              <a:srgbClr val="0F766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9" name="exec-actor-title"/>
          <p:cNvSpPr>
            <a:spLocks noGrp="1"/>
          </p:cNvSpPr>
          <p:nvPr/>
        </p:nvSpPr>
        <p:spPr>
          <a:xfrm>
            <a:off x="990445" y="3573123"/>
            <a:ext cx="1142821" cy="20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0F766E"/>
                </a:solidFill>
              </a:defRPr>
            </a:pPr>
            <a:r>
              <a:rPr sz="1400" b="1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入口与业务</a:t>
            </a:r>
            <a:endParaRPr sz="1400" b="1">
              <a:solidFill>
                <a:srgbClr val="0F76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exec-actor-admin"/>
          <p:cNvSpPr>
            <a:spLocks noGrp="1"/>
          </p:cNvSpPr>
          <p:nvPr/>
        </p:nvSpPr>
        <p:spPr>
          <a:xfrm>
            <a:off x="982826" y="3943905"/>
            <a:ext cx="780928" cy="247611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720" b="1">
                <a:solidFill>
                  <a:srgbClr val="2563EB"/>
                </a:solidFill>
              </a:defRPr>
            </a:pPr>
            <a:r>
              <a:rPr sz="7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zh-CN" sz="7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</a:t>
            </a:r>
            <a:r>
              <a:rPr sz="7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endParaRPr sz="7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exec-actor-participant"/>
          <p:cNvSpPr>
            <a:spLocks noGrp="1"/>
          </p:cNvSpPr>
          <p:nvPr/>
        </p:nvSpPr>
        <p:spPr>
          <a:xfrm>
            <a:off x="1919305" y="3943905"/>
            <a:ext cx="780928" cy="247611"/>
          </a:xfrm>
          <a:prstGeom prst="roundRect">
            <a:avLst>
              <a:gd name="adj" fmla="val 30769"/>
            </a:avLst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720" b="1">
                <a:solidFill>
                  <a:srgbClr val="D97706"/>
                </a:solidFill>
              </a:defRPr>
            </a:pPr>
            <a:r>
              <a:rPr sz="7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参与方节点</a:t>
            </a:r>
            <a:endParaRPr sz="7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exec-actor-biz-0"/>
          <p:cNvSpPr>
            <a:spLocks noGrp="1"/>
          </p:cNvSpPr>
          <p:nvPr/>
        </p:nvSpPr>
        <p:spPr>
          <a:xfrm>
            <a:off x="940288" y="4305798"/>
            <a:ext cx="895210" cy="247611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defRPr sz="660" b="1">
                <a:solidFill>
                  <a:srgbClr val="0F766E"/>
                </a:solidFill>
              </a:defRPr>
            </a:pPr>
            <a:r>
              <a:rPr sz="600" b="1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组织/联盟</a:t>
            </a:r>
            <a:endParaRPr sz="600" b="1">
              <a:solidFill>
                <a:srgbClr val="0F76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exec-actor-biz-1"/>
          <p:cNvSpPr>
            <a:spLocks noGrp="1"/>
          </p:cNvSpPr>
          <p:nvPr/>
        </p:nvSpPr>
        <p:spPr>
          <a:xfrm>
            <a:off x="1923749" y="4305798"/>
            <a:ext cx="876798" cy="257135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defRPr sz="660" b="1">
                <a:solidFill>
                  <a:srgbClr val="0F766E"/>
                </a:solidFill>
              </a:defRPr>
            </a:pPr>
            <a:r>
              <a:rPr sz="700" b="1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数据/安全</a:t>
            </a:r>
            <a:endParaRPr sz="700" b="1">
              <a:solidFill>
                <a:srgbClr val="0F76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exec-actor-biz-2"/>
          <p:cNvSpPr>
            <a:spLocks noGrp="1"/>
          </p:cNvSpPr>
          <p:nvPr/>
        </p:nvSpPr>
        <p:spPr>
          <a:xfrm>
            <a:off x="911083" y="4653089"/>
            <a:ext cx="894575" cy="266658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660" b="1">
                <a:solidFill>
                  <a:srgbClr val="0F766E"/>
                </a:solidFill>
              </a:defRPr>
            </a:pPr>
            <a:r>
              <a:rPr sz="760" b="1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训练/模型</a:t>
            </a:r>
            <a:endParaRPr sz="760" b="1">
              <a:solidFill>
                <a:srgbClr val="0F76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exec-actor-biz-3"/>
          <p:cNvSpPr>
            <a:spLocks noGrp="1"/>
          </p:cNvSpPr>
          <p:nvPr/>
        </p:nvSpPr>
        <p:spPr>
          <a:xfrm>
            <a:off x="1923749" y="4653089"/>
            <a:ext cx="837434" cy="266658"/>
          </a:xfrm>
          <a:prstGeom prst="roundRect">
            <a:avLst>
              <a:gd name="adj" fmla="val 44444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660" b="1">
                <a:solidFill>
                  <a:srgbClr val="0F766E"/>
                </a:solidFill>
              </a:defRPr>
            </a:pPr>
            <a:r>
              <a:rPr sz="760" b="1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运行/监控</a:t>
            </a:r>
            <a:endParaRPr sz="760" b="1">
              <a:solidFill>
                <a:srgbClr val="0F76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exec-platform-frame"/>
          <p:cNvSpPr>
            <a:spLocks noGrp="1"/>
          </p:cNvSpPr>
          <p:nvPr/>
        </p:nvSpPr>
        <p:spPr>
          <a:xfrm>
            <a:off x="3104665" y="3048695"/>
            <a:ext cx="5295073" cy="1961843"/>
          </a:xfrm>
          <a:prstGeom prst="roundRect">
            <a:avLst>
              <a:gd name="adj" fmla="val 3883"/>
            </a:avLst>
          </a:prstGeom>
          <a:solidFill>
            <a:srgbClr val="EFF6FF"/>
          </a:solidFill>
          <a:ln w="11906">
            <a:solidFill>
              <a:srgbClr val="2563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7" name="rule"/>
          <p:cNvSpPr>
            <a:spLocks noGrp="1"/>
          </p:cNvSpPr>
          <p:nvPr/>
        </p:nvSpPr>
        <p:spPr>
          <a:xfrm>
            <a:off x="3104665" y="3048695"/>
            <a:ext cx="5295073" cy="57141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8" name="exec-platform-title"/>
          <p:cNvSpPr>
            <a:spLocks noGrp="1"/>
          </p:cNvSpPr>
          <p:nvPr/>
        </p:nvSpPr>
        <p:spPr>
          <a:xfrm>
            <a:off x="3314182" y="3220118"/>
            <a:ext cx="2952289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1">
                <a:solidFill>
                  <a:srgbClr val="0F172A"/>
                </a:solidFill>
              </a:defRPr>
            </a:pPr>
            <a:r>
              <a:rPr lang="zh-CN" sz="1600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联邦学习平台</a:t>
            </a:r>
            <a:endParaRPr lang="zh-CN" sz="1600" b="1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exec-platform-api"/>
          <p:cNvSpPr>
            <a:spLocks noGrp="1"/>
          </p:cNvSpPr>
          <p:nvPr/>
        </p:nvSpPr>
        <p:spPr>
          <a:xfrm>
            <a:off x="3314182" y="3643597"/>
            <a:ext cx="4818897" cy="26665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810" b="1">
                <a:solidFill>
                  <a:srgbClr val="2563EB"/>
                </a:solidFill>
              </a:defRPr>
            </a:pPr>
            <a:r>
              <a:rPr sz="91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API / 应用服务层：接收命令、校验输入、编排用例</a:t>
            </a:r>
            <a:endParaRPr sz="91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exec-platform-command"/>
          <p:cNvSpPr>
            <a:spLocks noGrp="1"/>
          </p:cNvSpPr>
          <p:nvPr/>
        </p:nvSpPr>
        <p:spPr>
          <a:xfrm>
            <a:off x="3314182" y="4115328"/>
            <a:ext cx="1485668" cy="399987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765" b="1">
                <a:solidFill>
                  <a:srgbClr val="16A34A"/>
                </a:solidFill>
              </a:defRPr>
            </a:pPr>
            <a:r>
              <a:rPr sz="870" b="1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命令与领域模型</a:t>
            </a:r>
            <a:endParaRPr sz="870" b="1">
              <a:solidFill>
                <a:srgbClr val="16A3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defRPr sz="765" b="1">
                <a:solidFill>
                  <a:srgbClr val="16A34A"/>
                </a:solidFill>
              </a:defRPr>
            </a:pPr>
            <a:r>
              <a:rPr sz="870" b="1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 个上下文承载规则</a:t>
            </a:r>
            <a:endParaRPr sz="870" b="1">
              <a:solidFill>
                <a:srgbClr val="16A3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exec-platform-event"/>
          <p:cNvSpPr>
            <a:spLocks noGrp="1"/>
          </p:cNvSpPr>
          <p:nvPr/>
        </p:nvSpPr>
        <p:spPr>
          <a:xfrm>
            <a:off x="5009367" y="4115328"/>
            <a:ext cx="1485668" cy="399987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E11D48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765" b="1">
                <a:solidFill>
                  <a:srgbClr val="E11D48"/>
                </a:solidFill>
              </a:defRPr>
            </a:pPr>
            <a:r>
              <a:rPr sz="870" b="1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事件流 </a:t>
            </a:r>
            <a:endParaRPr sz="870" b="1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defRPr sz="765" b="1">
                <a:solidFill>
                  <a:srgbClr val="E11D48"/>
                </a:solidFill>
              </a:defRPr>
            </a:pPr>
            <a:r>
              <a:rPr sz="870" b="1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触发投影与后续命令</a:t>
            </a:r>
            <a:endParaRPr sz="870" b="1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exec-platform-automation"/>
          <p:cNvSpPr>
            <a:spLocks noGrp="1"/>
          </p:cNvSpPr>
          <p:nvPr/>
        </p:nvSpPr>
        <p:spPr>
          <a:xfrm>
            <a:off x="6704552" y="4115328"/>
            <a:ext cx="1428527" cy="399987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765" b="1">
                <a:solidFill>
                  <a:srgbClr val="6D28D9"/>
                </a:solidFill>
              </a:defRPr>
            </a:pPr>
            <a:r>
              <a:rPr sz="870" b="1">
                <a:solidFill>
                  <a:srgbClr val="6D28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自动化处理器</a:t>
            </a:r>
            <a:endParaRPr sz="870" b="1">
              <a:solidFill>
                <a:srgbClr val="6D28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 sz="765" b="1">
                <a:solidFill>
                  <a:srgbClr val="6D28D9"/>
                </a:solidFill>
              </a:defRPr>
            </a:pPr>
            <a:r>
              <a:rPr sz="870" b="1">
                <a:solidFill>
                  <a:srgbClr val="6D28D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跨上下文异步反馈</a:t>
            </a:r>
            <a:endParaRPr sz="870" b="1">
              <a:solidFill>
                <a:srgbClr val="6D28D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exec-platform-readmodel"/>
          <p:cNvSpPr>
            <a:spLocks noGrp="1"/>
          </p:cNvSpPr>
          <p:nvPr/>
        </p:nvSpPr>
        <p:spPr>
          <a:xfrm>
            <a:off x="3314182" y="4629597"/>
            <a:ext cx="2361831" cy="247611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0F766E"/>
            </a:solidFill>
            <a:prstDash val="solid"/>
          </a:ln>
        </p:spPr>
        <p:txBody>
          <a:bodyPr anchor="ctr"/>
          <a:lstStyle/>
          <a:p>
            <a:pPr algn="ctr">
              <a:defRPr sz="735" b="1">
                <a:solidFill>
                  <a:srgbClr val="0F766E"/>
                </a:solidFill>
              </a:defRPr>
            </a:pPr>
            <a:r>
              <a:rPr sz="800" b="1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读模型 / 查询视图：看板、监控、治理查询</a:t>
            </a:r>
            <a:endParaRPr sz="800" b="1">
              <a:solidFill>
                <a:srgbClr val="0F76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5" name="exec-platform-cqrs"/>
          <p:cNvSpPr>
            <a:spLocks noGrp="1"/>
          </p:cNvSpPr>
          <p:nvPr/>
        </p:nvSpPr>
        <p:spPr>
          <a:xfrm>
            <a:off x="5771248" y="4629597"/>
            <a:ext cx="2361831" cy="247611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  <p:txBody>
          <a:bodyPr anchor="ctr"/>
          <a:lstStyle/>
          <a:p>
            <a:pPr algn="ctr">
              <a:defRPr sz="715" b="1">
                <a:solidFill>
                  <a:srgbClr val="16A34A"/>
                </a:solidFill>
              </a:defRPr>
            </a:pPr>
            <a:r>
              <a:rPr sz="700" b="1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CQRS 读侧：Dev/Test Axon5 | Prod Supabase</a:t>
            </a:r>
            <a:endParaRPr sz="700" b="1">
              <a:solidFill>
                <a:srgbClr val="16A34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exec-agent-frame"/>
          <p:cNvSpPr>
            <a:spLocks noGrp="1"/>
          </p:cNvSpPr>
          <p:nvPr/>
        </p:nvSpPr>
        <p:spPr>
          <a:xfrm>
            <a:off x="8609255" y="3048695"/>
            <a:ext cx="1638044" cy="1961843"/>
          </a:xfrm>
          <a:prstGeom prst="roundRect">
            <a:avLst>
              <a:gd name="adj" fmla="val 4651"/>
            </a:avLst>
          </a:prstGeom>
          <a:solidFill>
            <a:srgbClr val="FFFBEB"/>
          </a:solidFill>
          <a:ln w="11906">
            <a:solidFill>
              <a:srgbClr val="D9770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37" name="rule"/>
          <p:cNvSpPr>
            <a:spLocks noGrp="1"/>
          </p:cNvSpPr>
          <p:nvPr/>
        </p:nvSpPr>
        <p:spPr>
          <a:xfrm>
            <a:off x="8609255" y="3048695"/>
            <a:ext cx="1638044" cy="57141"/>
          </a:xfrm>
          <a:prstGeom prst="rect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38" name="exec-agent-title"/>
          <p:cNvSpPr>
            <a:spLocks noGrp="1"/>
          </p:cNvSpPr>
          <p:nvPr/>
        </p:nvSpPr>
        <p:spPr>
          <a:xfrm>
            <a:off x="8780678" y="3220118"/>
            <a:ext cx="1295198" cy="2285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</a:defRPr>
            </a:pPr>
            <a:r>
              <a:rPr sz="1400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 Agent</a:t>
            </a:r>
            <a:endParaRPr sz="1400" b="1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exec-agent-0"/>
          <p:cNvSpPr>
            <a:spLocks noGrp="1"/>
          </p:cNvSpPr>
          <p:nvPr/>
        </p:nvSpPr>
        <p:spPr>
          <a:xfrm>
            <a:off x="8799725" y="3639152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 API</a:t>
            </a:r>
            <a:endParaRPr sz="6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exec-agent-1"/>
          <p:cNvSpPr>
            <a:spLocks noGrp="1"/>
          </p:cNvSpPr>
          <p:nvPr/>
        </p:nvSpPr>
        <p:spPr>
          <a:xfrm>
            <a:off x="8799725" y="3934381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Task Executor</a:t>
            </a:r>
            <a:endParaRPr sz="6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exec-agent-2"/>
          <p:cNvSpPr>
            <a:spLocks noGrp="1"/>
          </p:cNvSpPr>
          <p:nvPr/>
        </p:nvSpPr>
        <p:spPr>
          <a:xfrm>
            <a:off x="8799725" y="4229610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Dataset Profiler</a:t>
            </a:r>
            <a:endParaRPr sz="6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exec-agent-3"/>
          <p:cNvSpPr>
            <a:spLocks noGrp="1"/>
          </p:cNvSpPr>
          <p:nvPr/>
        </p:nvSpPr>
        <p:spPr>
          <a:xfrm>
            <a:off x="8799725" y="4524839"/>
            <a:ext cx="1257104" cy="228564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810" b="1">
                <a:solidFill>
                  <a:srgbClr val="D97706"/>
                </a:solidFill>
              </a:defRPr>
            </a:pPr>
            <a:r>
              <a:rPr sz="6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Telemetry Client</a:t>
            </a:r>
            <a:endParaRPr sz="6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exec-agent-loop"/>
          <p:cNvSpPr>
            <a:spLocks noGrp="1"/>
          </p:cNvSpPr>
          <p:nvPr/>
        </p:nvSpPr>
        <p:spPr>
          <a:xfrm>
            <a:off x="8780678" y="4801021"/>
            <a:ext cx="1295198" cy="1714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660" b="1">
                <a:solidFill>
                  <a:srgbClr val="D97706"/>
                </a:solidFill>
              </a:defRPr>
            </a:pPr>
            <a:r>
              <a:rPr sz="7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任务策略 → 本地执行</a:t>
            </a:r>
            <a:endParaRPr sz="7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>
              <a:defRPr sz="660" b="1">
                <a:solidFill>
                  <a:srgbClr val="D97706"/>
                </a:solidFill>
              </a:defRPr>
            </a:pPr>
            <a:r>
              <a:rPr sz="7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遥测结果 → 平台闭环</a:t>
            </a:r>
            <a:endParaRPr sz="7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exec-dependency-frame"/>
          <p:cNvSpPr>
            <a:spLocks noGrp="1"/>
          </p:cNvSpPr>
          <p:nvPr/>
        </p:nvSpPr>
        <p:spPr>
          <a:xfrm>
            <a:off x="10437769" y="3048695"/>
            <a:ext cx="895210" cy="1961843"/>
          </a:xfrm>
          <a:prstGeom prst="roundRect">
            <a:avLst>
              <a:gd name="adj" fmla="val 8511"/>
            </a:avLst>
          </a:prstGeom>
          <a:solidFill>
            <a:srgbClr val="FFFBEB"/>
          </a:solidFill>
          <a:ln w="10954">
            <a:solidFill>
              <a:srgbClr val="D9770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45" name="exec-dep-title"/>
          <p:cNvSpPr>
            <a:spLocks noGrp="1"/>
          </p:cNvSpPr>
          <p:nvPr/>
        </p:nvSpPr>
        <p:spPr>
          <a:xfrm>
            <a:off x="10552051" y="3220118"/>
            <a:ext cx="666646" cy="20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D97706"/>
                </a:solidFill>
              </a:defRPr>
            </a:pPr>
            <a:r>
              <a:rPr sz="12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三方依赖</a:t>
            </a:r>
            <a:endParaRPr sz="12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exec-dep-0"/>
          <p:cNvSpPr>
            <a:spLocks noGrp="1"/>
          </p:cNvSpPr>
          <p:nvPr/>
        </p:nvSpPr>
        <p:spPr>
          <a:xfrm>
            <a:off x="10571098" y="3601058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Auth</a:t>
            </a:r>
            <a:endParaRPr sz="5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exec-dep-1"/>
          <p:cNvSpPr>
            <a:spLocks noGrp="1"/>
          </p:cNvSpPr>
          <p:nvPr/>
        </p:nvSpPr>
        <p:spPr>
          <a:xfrm>
            <a:off x="10571098" y="3867717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外部系统</a:t>
            </a:r>
            <a:endParaRPr sz="5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exec-dep-2"/>
          <p:cNvSpPr>
            <a:spLocks noGrp="1"/>
          </p:cNvSpPr>
          <p:nvPr/>
        </p:nvSpPr>
        <p:spPr>
          <a:xfrm>
            <a:off x="10571098" y="4134375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模型仓库</a:t>
            </a:r>
            <a:endParaRPr sz="5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exec-dep-3"/>
          <p:cNvSpPr>
            <a:spLocks noGrp="1"/>
          </p:cNvSpPr>
          <p:nvPr/>
        </p:nvSpPr>
        <p:spPr>
          <a:xfrm>
            <a:off x="10571098" y="4401033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通知告警</a:t>
            </a:r>
            <a:endParaRPr sz="5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exec-dep-4"/>
          <p:cNvSpPr>
            <a:spLocks noGrp="1"/>
          </p:cNvSpPr>
          <p:nvPr/>
        </p:nvSpPr>
        <p:spPr>
          <a:xfrm>
            <a:off x="10571098" y="4667692"/>
            <a:ext cx="628552" cy="209517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</p:spPr>
        <p:txBody>
          <a:bodyPr anchor="ctr"/>
          <a:lstStyle/>
          <a:p>
            <a:pPr algn="ctr">
              <a:defRPr sz="660" b="1">
                <a:solidFill>
                  <a:srgbClr val="D97706"/>
                </a:solidFill>
              </a:defRPr>
            </a:pPr>
            <a:r>
              <a:rPr sz="5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审计治理</a:t>
            </a:r>
            <a:endParaRPr sz="5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exec-arrow-actor-platform"/>
          <p:cNvSpPr>
            <a:spLocks noGrp="1"/>
          </p:cNvSpPr>
          <p:nvPr/>
        </p:nvSpPr>
        <p:spPr>
          <a:xfrm>
            <a:off x="2895148" y="4334369"/>
            <a:ext cx="209517" cy="171423"/>
          </a:xfrm>
          <a:prstGeom prst="right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2" name="exec-arrow-platform-agent"/>
          <p:cNvSpPr>
            <a:spLocks noGrp="1"/>
          </p:cNvSpPr>
          <p:nvPr/>
        </p:nvSpPr>
        <p:spPr>
          <a:xfrm>
            <a:off x="8399737" y="3943905"/>
            <a:ext cx="228564" cy="171423"/>
          </a:xfrm>
          <a:prstGeom prst="right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3" name="exec-arrow-agent-platform"/>
          <p:cNvSpPr>
            <a:spLocks noGrp="1"/>
          </p:cNvSpPr>
          <p:nvPr/>
        </p:nvSpPr>
        <p:spPr>
          <a:xfrm>
            <a:off x="8399737" y="4572456"/>
            <a:ext cx="228564" cy="171423"/>
          </a:xfrm>
          <a:prstGeom prst="leftArrow">
            <a:avLst/>
          </a:prstGeom>
          <a:solidFill>
            <a:srgbClr val="E11D48"/>
          </a:solidFill>
          <a:ln w="0">
            <a:noFill/>
            <a:prstDash val="solid"/>
          </a:ln>
        </p:spPr>
      </p:sp>
      <p:sp>
        <p:nvSpPr>
          <p:cNvPr id="54" name="exec-task-label"/>
          <p:cNvSpPr>
            <a:spLocks noGrp="1"/>
          </p:cNvSpPr>
          <p:nvPr/>
        </p:nvSpPr>
        <p:spPr>
          <a:xfrm>
            <a:off x="8361643" y="3715340"/>
            <a:ext cx="285705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40" b="1">
                <a:solidFill>
                  <a:srgbClr val="D97706"/>
                </a:solidFill>
              </a:defRPr>
            </a:pPr>
            <a:r>
              <a:rPr sz="74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endParaRPr sz="74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 sz="640" b="1">
                <a:solidFill>
                  <a:srgbClr val="D97706"/>
                </a:solidFill>
              </a:defRPr>
            </a:pPr>
            <a:r>
              <a:rPr sz="74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  <a:endParaRPr sz="74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exec-feedback-label"/>
          <p:cNvSpPr>
            <a:spLocks noGrp="1"/>
          </p:cNvSpPr>
          <p:nvPr/>
        </p:nvSpPr>
        <p:spPr>
          <a:xfrm>
            <a:off x="8361643" y="4743880"/>
            <a:ext cx="285705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640" b="1">
                <a:solidFill>
                  <a:srgbClr val="E11D48"/>
                </a:solidFill>
              </a:defRPr>
            </a:pPr>
            <a:r>
              <a:rPr sz="740" b="1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遥测</a:t>
            </a:r>
            <a:endParaRPr sz="740" b="1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 sz="640" b="1">
                <a:solidFill>
                  <a:srgbClr val="E11D48"/>
                </a:solidFill>
              </a:defRPr>
            </a:pPr>
            <a:r>
              <a:rPr sz="740" b="1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sz="740" b="1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exec-arrow-platform-up"/>
          <p:cNvSpPr>
            <a:spLocks noGrp="1"/>
          </p:cNvSpPr>
          <p:nvPr/>
        </p:nvSpPr>
        <p:spPr>
          <a:xfrm>
            <a:off x="5695060" y="2534425"/>
            <a:ext cx="323799" cy="323799"/>
          </a:xfrm>
          <a:prstGeom prst="up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57" name="exec-arrow-agent-up"/>
          <p:cNvSpPr>
            <a:spLocks noGrp="1"/>
          </p:cNvSpPr>
          <p:nvPr/>
        </p:nvSpPr>
        <p:spPr>
          <a:xfrm>
            <a:off x="9256853" y="2534425"/>
            <a:ext cx="323799" cy="323799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8" name="exec-arrow-dep-up"/>
          <p:cNvSpPr>
            <a:spLocks noGrp="1"/>
          </p:cNvSpPr>
          <p:nvPr/>
        </p:nvSpPr>
        <p:spPr>
          <a:xfrm>
            <a:off x="10723474" y="2534425"/>
            <a:ext cx="323799" cy="323799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59" name="exec-output-label"/>
          <p:cNvSpPr>
            <a:spLocks noGrp="1"/>
          </p:cNvSpPr>
          <p:nvPr/>
        </p:nvSpPr>
        <p:spPr>
          <a:xfrm>
            <a:off x="7047399" y="2324908"/>
            <a:ext cx="1523762" cy="2095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125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能力统一输出</a:t>
            </a:r>
            <a:endParaRPr sz="12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exec-infra-band"/>
          <p:cNvSpPr>
            <a:spLocks noGrp="1"/>
          </p:cNvSpPr>
          <p:nvPr/>
        </p:nvSpPr>
        <p:spPr>
          <a:xfrm>
            <a:off x="552364" y="5467667"/>
            <a:ext cx="11085368" cy="78092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1" name="exec-infra-title"/>
          <p:cNvSpPr>
            <a:spLocks noGrp="1"/>
          </p:cNvSpPr>
          <p:nvPr/>
        </p:nvSpPr>
        <p:spPr>
          <a:xfrm>
            <a:off x="799975" y="5734325"/>
            <a:ext cx="1676138" cy="2666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基础设施与部署</a:t>
            </a:r>
            <a:endParaRPr sz="1800" b="1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exec-infra-0"/>
          <p:cNvSpPr>
            <a:spLocks noGrp="1"/>
          </p:cNvSpPr>
          <p:nvPr/>
        </p:nvSpPr>
        <p:spPr>
          <a:xfrm>
            <a:off x="2628489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795" b="1">
                <a:solidFill>
                  <a:srgbClr val="2563EB"/>
                </a:solidFill>
              </a:defRPr>
            </a:pPr>
            <a:r>
              <a:rPr sz="6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Docker Compose</a:t>
            </a:r>
            <a:endParaRPr sz="6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exec-infra-1"/>
          <p:cNvSpPr>
            <a:spLocks noGrp="1"/>
          </p:cNvSpPr>
          <p:nvPr/>
        </p:nvSpPr>
        <p:spPr>
          <a:xfrm>
            <a:off x="3580840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2563EB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95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K3s / K8s</a:t>
            </a:r>
            <a:endParaRPr sz="900" b="1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exec-infra-2"/>
          <p:cNvSpPr>
            <a:spLocks noGrp="1"/>
          </p:cNvSpPr>
          <p:nvPr/>
        </p:nvSpPr>
        <p:spPr>
          <a:xfrm>
            <a:off x="4533192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0F766E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795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PostgreSQL</a:t>
            </a:r>
            <a:endParaRPr sz="900" b="1">
              <a:solidFill>
                <a:srgbClr val="0F766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exec-infra-3"/>
          <p:cNvSpPr>
            <a:spLocks noGrp="1"/>
          </p:cNvSpPr>
          <p:nvPr/>
        </p:nvSpPr>
        <p:spPr>
          <a:xfrm>
            <a:off x="5485543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E11D48"/>
            </a:solidFill>
            <a:prstDash val="solid"/>
          </a:ln>
        </p:spPr>
        <p:txBody>
          <a:bodyPr anchor="ctr"/>
          <a:lstStyle/>
          <a:p>
            <a:pPr algn="ctr">
              <a:defRPr sz="795" b="1">
                <a:solidFill>
                  <a:srgbClr val="E11D48"/>
                </a:solidFill>
              </a:defRPr>
            </a:pPr>
            <a:r>
              <a:rPr sz="600" b="1">
                <a:solidFill>
                  <a:srgbClr val="E11D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UmaDB Event Store</a:t>
            </a:r>
            <a:endParaRPr sz="600" b="1">
              <a:solidFill>
                <a:srgbClr val="E11D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exec-infra-4"/>
          <p:cNvSpPr>
            <a:spLocks noGrp="1"/>
          </p:cNvSpPr>
          <p:nvPr/>
        </p:nvSpPr>
        <p:spPr>
          <a:xfrm>
            <a:off x="6495035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95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Supabase</a:t>
            </a:r>
            <a:endParaRPr sz="900" b="1">
              <a:solidFill>
                <a:srgbClr val="16A3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exec-infra-6"/>
          <p:cNvSpPr>
            <a:spLocks noGrp="1"/>
          </p:cNvSpPr>
          <p:nvPr/>
        </p:nvSpPr>
        <p:spPr>
          <a:xfrm>
            <a:off x="7561668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16A34A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95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对象存储</a:t>
            </a:r>
            <a:endParaRPr sz="900" b="1">
              <a:solidFill>
                <a:srgbClr val="16A3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exec-infra-7"/>
          <p:cNvSpPr>
            <a:spLocks noGrp="1"/>
          </p:cNvSpPr>
          <p:nvPr/>
        </p:nvSpPr>
        <p:spPr>
          <a:xfrm>
            <a:off x="8647349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95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CI/CD</a:t>
            </a:r>
            <a:endParaRPr sz="9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exec-infra-8"/>
          <p:cNvSpPr>
            <a:spLocks noGrp="1"/>
          </p:cNvSpPr>
          <p:nvPr/>
        </p:nvSpPr>
        <p:spPr>
          <a:xfrm>
            <a:off x="9733029" y="5696231"/>
            <a:ext cx="838069" cy="323799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9525">
            <a:solidFill>
              <a:srgbClr val="D97706"/>
            </a:solidFill>
            <a:prstDash val="solid"/>
          </a:ln>
        </p:spPr>
        <p:txBody>
          <a:bodyPr anchor="ctr">
            <a:normAutofit/>
          </a:bodyPr>
          <a:lstStyle/>
          <a:p>
            <a:pPr algn="ctr">
              <a:defRPr sz="795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审计 / 遥测</a:t>
            </a:r>
            <a:endParaRPr sz="900" b="1">
              <a:solidFill>
                <a:srgbClr val="D9770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1" name="exec-arrow-infra-platform"/>
          <p:cNvSpPr>
            <a:spLocks noGrp="1"/>
          </p:cNvSpPr>
          <p:nvPr/>
        </p:nvSpPr>
        <p:spPr>
          <a:xfrm>
            <a:off x="5542684" y="5220055"/>
            <a:ext cx="323799" cy="247611"/>
          </a:xfrm>
          <a:prstGeom prst="up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2" name="exec-arrow-infra-agent"/>
          <p:cNvSpPr>
            <a:spLocks noGrp="1"/>
          </p:cNvSpPr>
          <p:nvPr/>
        </p:nvSpPr>
        <p:spPr>
          <a:xfrm>
            <a:off x="9275900" y="5220055"/>
            <a:ext cx="323799" cy="247611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73" name="exec-arrow-infra-dep"/>
          <p:cNvSpPr>
            <a:spLocks noGrp="1"/>
          </p:cNvSpPr>
          <p:nvPr/>
        </p:nvSpPr>
        <p:spPr>
          <a:xfrm>
            <a:off x="10723474" y="5220055"/>
            <a:ext cx="323799" cy="247611"/>
          </a:xfrm>
          <a:prstGeom prst="upArrow">
            <a:avLst/>
          </a:prstGeom>
          <a:solidFill>
            <a:srgbClr val="D97706"/>
          </a:solidFill>
          <a:ln w="0">
            <a:noFill/>
            <a:prstDash val="solid"/>
          </a:ln>
        </p:spPr>
      </p:sp>
      <p:sp>
        <p:nvSpPr>
          <p:cNvPr id="74" name="rule"/>
          <p:cNvSpPr>
            <a:spLocks noGrp="1"/>
          </p:cNvSpPr>
          <p:nvPr/>
        </p:nvSpPr>
        <p:spPr>
          <a:xfrm>
            <a:off x="514270" y="6286689"/>
            <a:ext cx="11161556" cy="9524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29" name="TextBox 6"/>
          <p:cNvSpPr txBox="1"/>
          <p:nvPr/>
        </p:nvSpPr>
        <p:spPr>
          <a:xfrm>
            <a:off x="406400" y="117475"/>
            <a:ext cx="11326495" cy="5124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31750">
              <a:bevelT w="0" h="19050"/>
              <a:bevelB w="0" h="0"/>
              <a:contourClr>
                <a:schemeClr val="bg1"/>
              </a:contourClr>
            </a:sp3d>
          </a:bodyPr>
          <a:lstStyle/>
          <a:p>
            <a:r>
              <a:rPr lang="en-US" sz="3000" b="1" dirty="0">
                <a:solidFill>
                  <a:srgbClr val="1F293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1.2.3 </a:t>
            </a:r>
            <a:r>
              <a:rPr lang="zh-CN"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事件驱动的联邦学习</a:t>
            </a:r>
            <a:r>
              <a:rPr b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平台全景架构</a:t>
            </a:r>
            <a:endParaRPr lang="zh-CN" altLang="en-US" b="1" i="0" u="none" strike="noStrike" spc="150" dirty="0">
              <a:solidFill>
                <a:srgbClr val="0F17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ESOURCE_RECORD_KEY" val="{&quot;29&quot;:[20426279],&quot;70&quot;:[3323379,3314314,3322077,3314189]}"/>
  <p:tag name="ISPRING_LMS_API_VERSION" val="SCORM 2004 (2nd edition)"/>
  <p:tag name="ISPRING_ULTRA_SCORM_COURCE_TITLE" val="10-28 大数据中心（自动版111）"/>
  <p:tag name="ISPRING_ULTRA_SCORM_COURSE_ID" val="2CC95BCD-29C9-44FD-AF58-F00999A2186A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9cK${7357DFB6-B677-456D-97C5-CA3C05F88D1F}&quot;,&quot;C:\\Users\\m09\\Desktop&quot;]]"/>
  <p:tag name="ISPRING_PUBLISH_SETTINGS" val="{&quot;commonSettings&quot;:{&quot;webSettings&quot;:{&quot;useMobileViewer&quot;:&quot;T_FALSE&quot;,&quot;format&quot;:&quot;OF_VIDEO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100,&quot;videoQuality&quot;:100},&quot;secondsOnEachSlide&quot;:5,&quot;hostingSettings&quot;:{},&quot;videoScale&quot;:200},&quot;ispringOnlineSettings&quot;:{&quot;onlineDestinationFolderId&quot;:&quot;1&quot;},&quot;cloudSettings&quot;:{&quot;onlineDestinationFolderId&quot;:&quot;1&quot;}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10-28 大数据中心（自动版111）"/>
  <p:tag name="COMMONDATA" val="eyJoZGlkIjoiMTdiMGQ5NWFlNTY5MjM2ZTcxOGFhOTE1MzJlNmQzN2QifQ==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517</Words>
  <Application>WPS 演示</Application>
  <PresentationFormat>自定义</PresentationFormat>
  <Paragraphs>104</Paragraphs>
  <Slides>1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1" baseType="lpstr">
      <vt:lpstr>Arial</vt:lpstr>
      <vt:lpstr>宋体</vt:lpstr>
      <vt:lpstr>Wingdings</vt:lpstr>
      <vt:lpstr>Wingdings 3</vt:lpstr>
      <vt:lpstr>微软雅黑</vt:lpstr>
      <vt:lpstr>Calibri</vt:lpstr>
      <vt:lpstr>Helvetica Neue</vt:lpstr>
      <vt:lpstr>汉仪书宋二KW</vt:lpstr>
      <vt:lpstr>汉仪旗黑</vt:lpstr>
      <vt:lpstr>Times New Roman</vt:lpstr>
      <vt:lpstr>汉仪旗黑-55简</vt:lpstr>
      <vt:lpstr>瀹嬩綋</vt:lpstr>
      <vt:lpstr>Noto Sans SC</vt:lpstr>
      <vt:lpstr>Arial</vt:lpstr>
      <vt:lpstr>Segoe UI</vt:lpstr>
      <vt:lpstr>苹方-简</vt:lpstr>
      <vt:lpstr>宋体</vt:lpstr>
      <vt:lpstr>Arial Unicode MS</vt:lpstr>
      <vt:lpstr>Wingdings</vt:lpstr>
      <vt:lpstr>仿宋</vt:lpstr>
      <vt:lpstr>等线</vt:lpstr>
      <vt:lpstr>冬青黑体简体中文</vt:lpstr>
      <vt:lpstr>华文新魏</vt:lpstr>
      <vt:lpstr>仿宋_GB2312</vt:lpstr>
      <vt:lpstr>Thonburi</vt:lpstr>
      <vt:lpstr>方正仿宋_GBK</vt:lpstr>
      <vt:lpstr>汉仪中等线KW</vt:lpstr>
      <vt:lpstr>汉仪中黑KW</vt:lpstr>
      <vt:lpstr>宋体-简</vt:lpstr>
      <vt:lpstr>1_自定义设计方案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10-28 大数据中心（自动版111）</dc:title>
  <dc:creator>m06</dc:creator>
  <cp:lastModifiedBy>WPS_1695173164</cp:lastModifiedBy>
  <cp:revision>3609</cp:revision>
  <dcterms:created xsi:type="dcterms:W3CDTF">2026-08-31T10:04:53Z</dcterms:created>
  <dcterms:modified xsi:type="dcterms:W3CDTF">2026-08-31T10:04:53Z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26810BF124F51ECE024F956A6ADB623F_43</vt:lpwstr>
  </property>
  <property fmtid="{D5CDD505-2E9C-101B-9397-08002B2CF9AE}" pid="3" name="KSOProductBuildVer">
    <vt:lpwstr>2052-6.7.1.8828</vt:lpwstr>
  </property>
</Properties>
</file>